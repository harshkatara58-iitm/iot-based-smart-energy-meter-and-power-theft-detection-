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5" r:id="rId3"/>
    <p:sldId id="260" r:id="rId4"/>
    <p:sldId id="261" r:id="rId5"/>
    <p:sldId id="267" r:id="rId6"/>
    <p:sldId id="263" r:id="rId7"/>
    <p:sldId id="264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399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rgbClr val="00215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068655" y="3980132"/>
            <a:ext cx="5447665" cy="1861185"/>
          </a:xfrm>
          <a:custGeom>
            <a:avLst/>
            <a:gdLst/>
            <a:ahLst/>
            <a:cxnLst/>
            <a:rect l="l" t="t" r="r" b="b"/>
            <a:pathLst>
              <a:path w="5447665" h="1861185">
                <a:moveTo>
                  <a:pt x="2910516" y="1117453"/>
                </a:moveTo>
                <a:lnTo>
                  <a:pt x="2763405" y="1117453"/>
                </a:lnTo>
                <a:lnTo>
                  <a:pt x="2773551" y="1094535"/>
                </a:lnTo>
                <a:lnTo>
                  <a:pt x="2790316" y="1076294"/>
                </a:lnTo>
                <a:lnTo>
                  <a:pt x="2812191" y="1064242"/>
                </a:lnTo>
                <a:lnTo>
                  <a:pt x="2837663" y="1059888"/>
                </a:lnTo>
                <a:lnTo>
                  <a:pt x="2867464" y="1065945"/>
                </a:lnTo>
                <a:lnTo>
                  <a:pt x="2891869" y="1082434"/>
                </a:lnTo>
                <a:lnTo>
                  <a:pt x="2908359" y="1106839"/>
                </a:lnTo>
                <a:lnTo>
                  <a:pt x="2910438" y="1117069"/>
                </a:lnTo>
                <a:lnTo>
                  <a:pt x="2910516" y="1117453"/>
                </a:lnTo>
                <a:close/>
              </a:path>
              <a:path w="5447665" h="1861185">
                <a:moveTo>
                  <a:pt x="57881" y="1860992"/>
                </a:moveTo>
                <a:lnTo>
                  <a:pt x="0" y="1860992"/>
                </a:lnTo>
                <a:lnTo>
                  <a:pt x="0" y="1822616"/>
                </a:lnTo>
                <a:lnTo>
                  <a:pt x="43682" y="1822616"/>
                </a:lnTo>
                <a:lnTo>
                  <a:pt x="744240" y="1122058"/>
                </a:lnTo>
                <a:lnTo>
                  <a:pt x="745199" y="1121290"/>
                </a:lnTo>
                <a:lnTo>
                  <a:pt x="746351" y="1120523"/>
                </a:lnTo>
                <a:lnTo>
                  <a:pt x="750572" y="1117836"/>
                </a:lnTo>
                <a:lnTo>
                  <a:pt x="754985" y="1117069"/>
                </a:lnTo>
                <a:lnTo>
                  <a:pt x="759015" y="1117453"/>
                </a:lnTo>
                <a:lnTo>
                  <a:pt x="2910516" y="1117453"/>
                </a:lnTo>
                <a:lnTo>
                  <a:pt x="2914415" y="1136641"/>
                </a:lnTo>
                <a:lnTo>
                  <a:pt x="2910516" y="1155829"/>
                </a:lnTo>
                <a:lnTo>
                  <a:pt x="764771" y="1155829"/>
                </a:lnTo>
                <a:lnTo>
                  <a:pt x="66132" y="1854468"/>
                </a:lnTo>
                <a:lnTo>
                  <a:pt x="62870" y="1858306"/>
                </a:lnTo>
                <a:lnTo>
                  <a:pt x="57881" y="1860992"/>
                </a:lnTo>
                <a:close/>
              </a:path>
              <a:path w="5447665" h="1861185">
                <a:moveTo>
                  <a:pt x="2837663" y="1213393"/>
                </a:moveTo>
                <a:lnTo>
                  <a:pt x="2812298" y="1209040"/>
                </a:lnTo>
                <a:lnTo>
                  <a:pt x="2790460" y="1196987"/>
                </a:lnTo>
                <a:lnTo>
                  <a:pt x="2773658" y="1178747"/>
                </a:lnTo>
                <a:lnTo>
                  <a:pt x="2763405" y="1155829"/>
                </a:lnTo>
                <a:lnTo>
                  <a:pt x="2910516" y="1155829"/>
                </a:lnTo>
                <a:lnTo>
                  <a:pt x="2908359" y="1166442"/>
                </a:lnTo>
                <a:lnTo>
                  <a:pt x="2891869" y="1190847"/>
                </a:lnTo>
                <a:lnTo>
                  <a:pt x="2867464" y="1207337"/>
                </a:lnTo>
                <a:lnTo>
                  <a:pt x="2837663" y="1213393"/>
                </a:lnTo>
                <a:close/>
              </a:path>
              <a:path w="5447665" h="1861185">
                <a:moveTo>
                  <a:pt x="933819" y="1602144"/>
                </a:moveTo>
                <a:lnTo>
                  <a:pt x="889821" y="1593225"/>
                </a:lnTo>
                <a:lnTo>
                  <a:pt x="853828" y="1568925"/>
                </a:lnTo>
                <a:lnTo>
                  <a:pt x="829528" y="1532932"/>
                </a:lnTo>
                <a:lnTo>
                  <a:pt x="820609" y="1488934"/>
                </a:lnTo>
                <a:lnTo>
                  <a:pt x="829528" y="1444937"/>
                </a:lnTo>
                <a:lnTo>
                  <a:pt x="853828" y="1408944"/>
                </a:lnTo>
                <a:lnTo>
                  <a:pt x="889821" y="1384644"/>
                </a:lnTo>
                <a:lnTo>
                  <a:pt x="933819" y="1375724"/>
                </a:lnTo>
                <a:lnTo>
                  <a:pt x="973610" y="1382941"/>
                </a:lnTo>
                <a:lnTo>
                  <a:pt x="1007213" y="1402804"/>
                </a:lnTo>
                <a:lnTo>
                  <a:pt x="1032038" y="1432632"/>
                </a:lnTo>
                <a:lnTo>
                  <a:pt x="1045493" y="1469746"/>
                </a:lnTo>
                <a:lnTo>
                  <a:pt x="5443539" y="1469746"/>
                </a:lnTo>
                <a:lnTo>
                  <a:pt x="5447438" y="1488934"/>
                </a:lnTo>
                <a:lnTo>
                  <a:pt x="5443539" y="1508122"/>
                </a:lnTo>
                <a:lnTo>
                  <a:pt x="1045493" y="1508122"/>
                </a:lnTo>
                <a:lnTo>
                  <a:pt x="1032011" y="1545317"/>
                </a:lnTo>
                <a:lnTo>
                  <a:pt x="1007141" y="1575137"/>
                </a:lnTo>
                <a:lnTo>
                  <a:pt x="973529" y="1594955"/>
                </a:lnTo>
                <a:lnTo>
                  <a:pt x="933819" y="1602144"/>
                </a:lnTo>
                <a:close/>
              </a:path>
              <a:path w="5447665" h="1861185">
                <a:moveTo>
                  <a:pt x="5443539" y="1469746"/>
                </a:moveTo>
                <a:lnTo>
                  <a:pt x="5296428" y="1469746"/>
                </a:lnTo>
                <a:lnTo>
                  <a:pt x="5306574" y="1446828"/>
                </a:lnTo>
                <a:lnTo>
                  <a:pt x="5323339" y="1428588"/>
                </a:lnTo>
                <a:lnTo>
                  <a:pt x="5345214" y="1416535"/>
                </a:lnTo>
                <a:lnTo>
                  <a:pt x="5370686" y="1412182"/>
                </a:lnTo>
                <a:lnTo>
                  <a:pt x="5400487" y="1418238"/>
                </a:lnTo>
                <a:lnTo>
                  <a:pt x="5424892" y="1434728"/>
                </a:lnTo>
                <a:lnTo>
                  <a:pt x="5441382" y="1459133"/>
                </a:lnTo>
                <a:lnTo>
                  <a:pt x="5443539" y="1469746"/>
                </a:lnTo>
                <a:close/>
              </a:path>
              <a:path w="5447665" h="1861185">
                <a:moveTo>
                  <a:pt x="5370686" y="1565687"/>
                </a:moveTo>
                <a:lnTo>
                  <a:pt x="5345321" y="1561334"/>
                </a:lnTo>
                <a:lnTo>
                  <a:pt x="5323483" y="1549281"/>
                </a:lnTo>
                <a:lnTo>
                  <a:pt x="5306681" y="1531040"/>
                </a:lnTo>
                <a:lnTo>
                  <a:pt x="5296428" y="1508122"/>
                </a:lnTo>
                <a:lnTo>
                  <a:pt x="5443539" y="1508122"/>
                </a:lnTo>
                <a:lnTo>
                  <a:pt x="5441382" y="1518736"/>
                </a:lnTo>
                <a:lnTo>
                  <a:pt x="5424892" y="1543141"/>
                </a:lnTo>
                <a:lnTo>
                  <a:pt x="5400487" y="1559631"/>
                </a:lnTo>
                <a:lnTo>
                  <a:pt x="5370686" y="1565687"/>
                </a:lnTo>
                <a:close/>
              </a:path>
              <a:path w="5447665" h="1861185">
                <a:moveTo>
                  <a:pt x="2747837" y="93191"/>
                </a:moveTo>
                <a:lnTo>
                  <a:pt x="2524897" y="93191"/>
                </a:lnTo>
                <a:lnTo>
                  <a:pt x="2531583" y="69913"/>
                </a:lnTo>
                <a:lnTo>
                  <a:pt x="2543126" y="48435"/>
                </a:lnTo>
                <a:lnTo>
                  <a:pt x="2559274" y="29618"/>
                </a:lnTo>
                <a:lnTo>
                  <a:pt x="2579775" y="14328"/>
                </a:lnTo>
                <a:lnTo>
                  <a:pt x="2622477" y="0"/>
                </a:lnTo>
                <a:lnTo>
                  <a:pt x="2665666" y="3031"/>
                </a:lnTo>
                <a:lnTo>
                  <a:pt x="2704573" y="22072"/>
                </a:lnTo>
                <a:lnTo>
                  <a:pt x="2734431" y="55774"/>
                </a:lnTo>
                <a:lnTo>
                  <a:pt x="2747837" y="93191"/>
                </a:lnTo>
                <a:close/>
              </a:path>
              <a:path w="5447665" h="1861185">
                <a:moveTo>
                  <a:pt x="825214" y="499403"/>
                </a:moveTo>
                <a:lnTo>
                  <a:pt x="0" y="499403"/>
                </a:lnTo>
                <a:lnTo>
                  <a:pt x="0" y="461027"/>
                </a:lnTo>
                <a:lnTo>
                  <a:pt x="806217" y="461027"/>
                </a:lnTo>
                <a:lnTo>
                  <a:pt x="1013066" y="102785"/>
                </a:lnTo>
                <a:lnTo>
                  <a:pt x="1013641" y="101441"/>
                </a:lnTo>
                <a:lnTo>
                  <a:pt x="1014601" y="100290"/>
                </a:lnTo>
                <a:lnTo>
                  <a:pt x="1015560" y="99331"/>
                </a:lnTo>
                <a:lnTo>
                  <a:pt x="1020165" y="94534"/>
                </a:lnTo>
                <a:lnTo>
                  <a:pt x="1025730" y="92615"/>
                </a:lnTo>
                <a:lnTo>
                  <a:pt x="1031102" y="93191"/>
                </a:lnTo>
                <a:lnTo>
                  <a:pt x="2747837" y="93191"/>
                </a:lnTo>
                <a:lnTo>
                  <a:pt x="2748085" y="93880"/>
                </a:lnTo>
                <a:lnTo>
                  <a:pt x="2747682" y="131759"/>
                </a:lnTo>
                <a:lnTo>
                  <a:pt x="1040696" y="131759"/>
                </a:lnTo>
                <a:lnTo>
                  <a:pt x="833848" y="489809"/>
                </a:lnTo>
                <a:lnTo>
                  <a:pt x="830778" y="495374"/>
                </a:lnTo>
                <a:lnTo>
                  <a:pt x="825214" y="499403"/>
                </a:lnTo>
                <a:close/>
              </a:path>
              <a:path w="5447665" h="1861185">
                <a:moveTo>
                  <a:pt x="2636628" y="225706"/>
                </a:moveTo>
                <a:lnTo>
                  <a:pt x="2598507" y="219185"/>
                </a:lnTo>
                <a:lnTo>
                  <a:pt x="2564595" y="200036"/>
                </a:lnTo>
                <a:lnTo>
                  <a:pt x="2538318" y="169158"/>
                </a:lnTo>
                <a:lnTo>
                  <a:pt x="2524705" y="131759"/>
                </a:lnTo>
                <a:lnTo>
                  <a:pt x="2747682" y="131759"/>
                </a:lnTo>
                <a:lnTo>
                  <a:pt x="2747671" y="132814"/>
                </a:lnTo>
                <a:lnTo>
                  <a:pt x="2734161" y="169158"/>
                </a:lnTo>
                <a:lnTo>
                  <a:pt x="2708526" y="199493"/>
                </a:lnTo>
                <a:lnTo>
                  <a:pt x="2719607" y="218681"/>
                </a:lnTo>
                <a:lnTo>
                  <a:pt x="2675523" y="218681"/>
                </a:lnTo>
                <a:lnTo>
                  <a:pt x="2636628" y="225706"/>
                </a:lnTo>
                <a:close/>
              </a:path>
              <a:path w="5447665" h="1861185">
                <a:moveTo>
                  <a:pt x="4086808" y="765926"/>
                </a:moveTo>
                <a:lnTo>
                  <a:pt x="4061444" y="761572"/>
                </a:lnTo>
                <a:lnTo>
                  <a:pt x="4039606" y="749520"/>
                </a:lnTo>
                <a:lnTo>
                  <a:pt x="4022804" y="731279"/>
                </a:lnTo>
                <a:lnTo>
                  <a:pt x="4012551" y="708361"/>
                </a:lnTo>
                <a:lnTo>
                  <a:pt x="2962769" y="708361"/>
                </a:lnTo>
                <a:lnTo>
                  <a:pt x="2956245" y="705483"/>
                </a:lnTo>
                <a:lnTo>
                  <a:pt x="2952599" y="698767"/>
                </a:lnTo>
                <a:lnTo>
                  <a:pt x="2675523" y="218681"/>
                </a:lnTo>
                <a:lnTo>
                  <a:pt x="2719607" y="218681"/>
                </a:lnTo>
                <a:lnTo>
                  <a:pt x="2980230" y="669985"/>
                </a:lnTo>
                <a:lnTo>
                  <a:pt x="4159661" y="669985"/>
                </a:lnTo>
                <a:lnTo>
                  <a:pt x="4163561" y="689173"/>
                </a:lnTo>
                <a:lnTo>
                  <a:pt x="4157505" y="718975"/>
                </a:lnTo>
                <a:lnTo>
                  <a:pt x="4141015" y="743380"/>
                </a:lnTo>
                <a:lnTo>
                  <a:pt x="4116610" y="759869"/>
                </a:lnTo>
                <a:lnTo>
                  <a:pt x="4086808" y="765926"/>
                </a:lnTo>
                <a:close/>
              </a:path>
              <a:path w="5447665" h="1861185">
                <a:moveTo>
                  <a:pt x="4159661" y="669985"/>
                </a:moveTo>
                <a:lnTo>
                  <a:pt x="4012551" y="669985"/>
                </a:lnTo>
                <a:lnTo>
                  <a:pt x="4022696" y="647067"/>
                </a:lnTo>
                <a:lnTo>
                  <a:pt x="4039462" y="628827"/>
                </a:lnTo>
                <a:lnTo>
                  <a:pt x="4061336" y="616774"/>
                </a:lnTo>
                <a:lnTo>
                  <a:pt x="4086808" y="612421"/>
                </a:lnTo>
                <a:lnTo>
                  <a:pt x="4116610" y="618477"/>
                </a:lnTo>
                <a:lnTo>
                  <a:pt x="4141015" y="634967"/>
                </a:lnTo>
                <a:lnTo>
                  <a:pt x="4157505" y="659372"/>
                </a:lnTo>
                <a:lnTo>
                  <a:pt x="4159661" y="669985"/>
                </a:lnTo>
                <a:close/>
              </a:path>
              <a:path w="5447665" h="1861185">
                <a:moveTo>
                  <a:pt x="1617491" y="947446"/>
                </a:moveTo>
                <a:lnTo>
                  <a:pt x="1577784" y="940256"/>
                </a:lnTo>
                <a:lnTo>
                  <a:pt x="1544192" y="920439"/>
                </a:lnTo>
                <a:lnTo>
                  <a:pt x="1519380" y="890619"/>
                </a:lnTo>
                <a:lnTo>
                  <a:pt x="1506008" y="853424"/>
                </a:lnTo>
                <a:lnTo>
                  <a:pt x="0" y="853424"/>
                </a:lnTo>
                <a:lnTo>
                  <a:pt x="0" y="815048"/>
                </a:lnTo>
                <a:lnTo>
                  <a:pt x="1505816" y="815048"/>
                </a:lnTo>
                <a:lnTo>
                  <a:pt x="1519299" y="777853"/>
                </a:lnTo>
                <a:lnTo>
                  <a:pt x="1544169" y="748033"/>
                </a:lnTo>
                <a:lnTo>
                  <a:pt x="1577781" y="728216"/>
                </a:lnTo>
                <a:lnTo>
                  <a:pt x="1617491" y="721026"/>
                </a:lnTo>
                <a:lnTo>
                  <a:pt x="1661489" y="729946"/>
                </a:lnTo>
                <a:lnTo>
                  <a:pt x="1697482" y="754246"/>
                </a:lnTo>
                <a:lnTo>
                  <a:pt x="1721781" y="790238"/>
                </a:lnTo>
                <a:lnTo>
                  <a:pt x="1730701" y="834236"/>
                </a:lnTo>
                <a:lnTo>
                  <a:pt x="1721781" y="878234"/>
                </a:lnTo>
                <a:lnTo>
                  <a:pt x="1697482" y="914226"/>
                </a:lnTo>
                <a:lnTo>
                  <a:pt x="1661489" y="938526"/>
                </a:lnTo>
                <a:lnTo>
                  <a:pt x="1617491" y="947446"/>
                </a:lnTo>
                <a:close/>
              </a:path>
            </a:pathLst>
          </a:custGeom>
          <a:solidFill>
            <a:srgbClr val="F16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5816" y="4515030"/>
            <a:ext cx="4700270" cy="1384300"/>
          </a:xfrm>
          <a:custGeom>
            <a:avLst/>
            <a:gdLst/>
            <a:ahLst/>
            <a:cxnLst/>
            <a:rect l="l" t="t" r="r" b="b"/>
            <a:pathLst>
              <a:path w="4700270" h="1384300">
                <a:moveTo>
                  <a:pt x="2008066" y="1314958"/>
                </a:moveTo>
                <a:lnTo>
                  <a:pt x="2173898" y="1314958"/>
                </a:lnTo>
                <a:lnTo>
                  <a:pt x="2168925" y="1332273"/>
                </a:lnTo>
                <a:lnTo>
                  <a:pt x="2160339" y="1348249"/>
                </a:lnTo>
                <a:lnTo>
                  <a:pt x="2148327" y="1362246"/>
                </a:lnTo>
                <a:lnTo>
                  <a:pt x="2133077" y="1373619"/>
                </a:lnTo>
                <a:lnTo>
                  <a:pt x="2101314" y="1384277"/>
                </a:lnTo>
                <a:lnTo>
                  <a:pt x="2069189" y="1382022"/>
                </a:lnTo>
                <a:lnTo>
                  <a:pt x="2040248" y="1367859"/>
                </a:lnTo>
                <a:lnTo>
                  <a:pt x="2018038" y="1342790"/>
                </a:lnTo>
                <a:lnTo>
                  <a:pt x="2008066" y="1314958"/>
                </a:lnTo>
                <a:close/>
              </a:path>
              <a:path w="4700270" h="1384300">
                <a:moveTo>
                  <a:pt x="3419396" y="1041347"/>
                </a:moveTo>
                <a:lnTo>
                  <a:pt x="3452318" y="1041347"/>
                </a:lnTo>
                <a:lnTo>
                  <a:pt x="3298456" y="1307822"/>
                </a:lnTo>
                <a:lnTo>
                  <a:pt x="3298028" y="1308821"/>
                </a:lnTo>
                <a:lnTo>
                  <a:pt x="3297314" y="1309677"/>
                </a:lnTo>
                <a:lnTo>
                  <a:pt x="3296600" y="1310391"/>
                </a:lnTo>
                <a:lnTo>
                  <a:pt x="3293175" y="1313959"/>
                </a:lnTo>
                <a:lnTo>
                  <a:pt x="3289036" y="1315386"/>
                </a:lnTo>
                <a:lnTo>
                  <a:pt x="3285040" y="1314958"/>
                </a:lnTo>
                <a:lnTo>
                  <a:pt x="2008066" y="1314958"/>
                </a:lnTo>
                <a:lnTo>
                  <a:pt x="2007953" y="1307822"/>
                </a:lnTo>
                <a:lnTo>
                  <a:pt x="2008182" y="1286269"/>
                </a:lnTo>
                <a:lnTo>
                  <a:pt x="3277903" y="1286269"/>
                </a:lnTo>
                <a:lnTo>
                  <a:pt x="3419396" y="1041347"/>
                </a:lnTo>
                <a:close/>
              </a:path>
              <a:path w="4700270" h="1384300">
                <a:moveTo>
                  <a:pt x="2090788" y="1216388"/>
                </a:moveTo>
                <a:lnTo>
                  <a:pt x="2144369" y="1235482"/>
                </a:lnTo>
                <a:lnTo>
                  <a:pt x="2170312" y="1272086"/>
                </a:lnTo>
                <a:lnTo>
                  <a:pt x="2174041" y="1286269"/>
                </a:lnTo>
                <a:lnTo>
                  <a:pt x="2008182" y="1286269"/>
                </a:lnTo>
                <a:lnTo>
                  <a:pt x="2008190" y="1285484"/>
                </a:lnTo>
                <a:lnTo>
                  <a:pt x="2018239" y="1258451"/>
                </a:lnTo>
                <a:lnTo>
                  <a:pt x="2037307" y="1235886"/>
                </a:lnTo>
                <a:lnTo>
                  <a:pt x="2029065" y="1221613"/>
                </a:lnTo>
                <a:lnTo>
                  <a:pt x="2061856" y="1221613"/>
                </a:lnTo>
                <a:lnTo>
                  <a:pt x="2090788" y="1216388"/>
                </a:lnTo>
                <a:close/>
              </a:path>
              <a:path w="4700270" h="1384300">
                <a:moveTo>
                  <a:pt x="1012088" y="814552"/>
                </a:moveTo>
                <a:lnTo>
                  <a:pt x="1030955" y="817790"/>
                </a:lnTo>
                <a:lnTo>
                  <a:pt x="1047199" y="826755"/>
                </a:lnTo>
                <a:lnTo>
                  <a:pt x="1059697" y="840323"/>
                </a:lnTo>
                <a:lnTo>
                  <a:pt x="1067324" y="857370"/>
                </a:lnTo>
                <a:lnTo>
                  <a:pt x="1848192" y="857370"/>
                </a:lnTo>
                <a:lnTo>
                  <a:pt x="1853045" y="859511"/>
                </a:lnTo>
                <a:lnTo>
                  <a:pt x="1855756" y="864507"/>
                </a:lnTo>
                <a:lnTo>
                  <a:pt x="2061856" y="1221613"/>
                </a:lnTo>
                <a:lnTo>
                  <a:pt x="2029065" y="1221613"/>
                </a:lnTo>
                <a:lnTo>
                  <a:pt x="1835203" y="885916"/>
                </a:lnTo>
                <a:lnTo>
                  <a:pt x="957897" y="885916"/>
                </a:lnTo>
                <a:lnTo>
                  <a:pt x="954997" y="871643"/>
                </a:lnTo>
                <a:lnTo>
                  <a:pt x="959502" y="849476"/>
                </a:lnTo>
                <a:lnTo>
                  <a:pt x="971767" y="831322"/>
                </a:lnTo>
                <a:lnTo>
                  <a:pt x="989921" y="819057"/>
                </a:lnTo>
                <a:lnTo>
                  <a:pt x="1012088" y="814552"/>
                </a:lnTo>
                <a:close/>
              </a:path>
              <a:path w="4700270" h="1384300">
                <a:moveTo>
                  <a:pt x="4655662" y="501120"/>
                </a:moveTo>
                <a:lnTo>
                  <a:pt x="4699780" y="501120"/>
                </a:lnTo>
                <a:lnTo>
                  <a:pt x="4699780" y="529665"/>
                </a:lnTo>
                <a:lnTo>
                  <a:pt x="4666224" y="529665"/>
                </a:lnTo>
                <a:lnTo>
                  <a:pt x="4157967" y="1037922"/>
                </a:lnTo>
                <a:lnTo>
                  <a:pt x="4157254" y="1038493"/>
                </a:lnTo>
                <a:lnTo>
                  <a:pt x="4156397" y="1039064"/>
                </a:lnTo>
                <a:lnTo>
                  <a:pt x="4153115" y="1041062"/>
                </a:lnTo>
                <a:lnTo>
                  <a:pt x="4149832" y="1041633"/>
                </a:lnTo>
                <a:lnTo>
                  <a:pt x="4146835" y="1041347"/>
                </a:lnTo>
                <a:lnTo>
                  <a:pt x="3419396" y="1041347"/>
                </a:lnTo>
                <a:lnTo>
                  <a:pt x="3431765" y="1019938"/>
                </a:lnTo>
                <a:lnTo>
                  <a:pt x="3434048" y="1015799"/>
                </a:lnTo>
                <a:lnTo>
                  <a:pt x="3438187" y="1012802"/>
                </a:lnTo>
                <a:lnTo>
                  <a:pt x="4142553" y="1012802"/>
                </a:lnTo>
                <a:lnTo>
                  <a:pt x="4649525" y="505972"/>
                </a:lnTo>
                <a:lnTo>
                  <a:pt x="4651951" y="503118"/>
                </a:lnTo>
                <a:lnTo>
                  <a:pt x="4655662" y="501120"/>
                </a:lnTo>
                <a:close/>
              </a:path>
              <a:path w="4700270" h="1384300">
                <a:moveTo>
                  <a:pt x="957897" y="885916"/>
                </a:moveTo>
                <a:lnTo>
                  <a:pt x="1067324" y="885916"/>
                </a:lnTo>
                <a:lnTo>
                  <a:pt x="1059777" y="902963"/>
                </a:lnTo>
                <a:lnTo>
                  <a:pt x="1047306" y="916531"/>
                </a:lnTo>
                <a:lnTo>
                  <a:pt x="1031035" y="925497"/>
                </a:lnTo>
                <a:lnTo>
                  <a:pt x="1012088" y="928735"/>
                </a:lnTo>
                <a:lnTo>
                  <a:pt x="989921" y="924230"/>
                </a:lnTo>
                <a:lnTo>
                  <a:pt x="971767" y="911964"/>
                </a:lnTo>
                <a:lnTo>
                  <a:pt x="959502" y="893811"/>
                </a:lnTo>
                <a:lnTo>
                  <a:pt x="957897" y="885916"/>
                </a:lnTo>
                <a:close/>
              </a:path>
              <a:path w="4700270" h="1384300">
                <a:moveTo>
                  <a:pt x="4573022" y="239498"/>
                </a:moveTo>
                <a:lnTo>
                  <a:pt x="4576019" y="239926"/>
                </a:lnTo>
                <a:lnTo>
                  <a:pt x="4699780" y="239926"/>
                </a:lnTo>
                <a:lnTo>
                  <a:pt x="4699780" y="268472"/>
                </a:lnTo>
                <a:lnTo>
                  <a:pt x="4580587" y="268472"/>
                </a:lnTo>
                <a:lnTo>
                  <a:pt x="4072616" y="776443"/>
                </a:lnTo>
                <a:lnTo>
                  <a:pt x="4069047" y="778013"/>
                </a:lnTo>
                <a:lnTo>
                  <a:pt x="2931929" y="778013"/>
                </a:lnTo>
                <a:lnTo>
                  <a:pt x="2921900" y="805680"/>
                </a:lnTo>
                <a:lnTo>
                  <a:pt x="2903401" y="827861"/>
                </a:lnTo>
                <a:lnTo>
                  <a:pt x="2878399" y="842602"/>
                </a:lnTo>
                <a:lnTo>
                  <a:pt x="2848861" y="847950"/>
                </a:lnTo>
                <a:lnTo>
                  <a:pt x="2816134" y="841315"/>
                </a:lnTo>
                <a:lnTo>
                  <a:pt x="2789361" y="823240"/>
                </a:lnTo>
                <a:lnTo>
                  <a:pt x="2771286" y="796467"/>
                </a:lnTo>
                <a:lnTo>
                  <a:pt x="2764651" y="763740"/>
                </a:lnTo>
                <a:lnTo>
                  <a:pt x="2767545" y="749467"/>
                </a:lnTo>
                <a:lnTo>
                  <a:pt x="4058914" y="749467"/>
                </a:lnTo>
                <a:lnTo>
                  <a:pt x="4565029" y="243352"/>
                </a:lnTo>
                <a:lnTo>
                  <a:pt x="4565743" y="242781"/>
                </a:lnTo>
                <a:lnTo>
                  <a:pt x="4566599" y="242210"/>
                </a:lnTo>
                <a:lnTo>
                  <a:pt x="4569739" y="240211"/>
                </a:lnTo>
                <a:lnTo>
                  <a:pt x="4573022" y="239498"/>
                </a:lnTo>
                <a:close/>
              </a:path>
              <a:path w="4700270" h="1384300">
                <a:moveTo>
                  <a:pt x="2848861" y="679530"/>
                </a:moveTo>
                <a:lnTo>
                  <a:pt x="2878397" y="684878"/>
                </a:lnTo>
                <a:lnTo>
                  <a:pt x="2903383" y="699619"/>
                </a:lnTo>
                <a:lnTo>
                  <a:pt x="2921840" y="721800"/>
                </a:lnTo>
                <a:lnTo>
                  <a:pt x="2931786" y="749467"/>
                </a:lnTo>
                <a:lnTo>
                  <a:pt x="2767545" y="749467"/>
                </a:lnTo>
                <a:lnTo>
                  <a:pt x="2771286" y="731013"/>
                </a:lnTo>
                <a:lnTo>
                  <a:pt x="2789361" y="704240"/>
                </a:lnTo>
                <a:lnTo>
                  <a:pt x="2816134" y="686165"/>
                </a:lnTo>
                <a:lnTo>
                  <a:pt x="2848861" y="679530"/>
                </a:lnTo>
                <a:close/>
              </a:path>
              <a:path w="4700270" h="1384300">
                <a:moveTo>
                  <a:pt x="1887060" y="553073"/>
                </a:moveTo>
                <a:lnTo>
                  <a:pt x="1996487" y="553073"/>
                </a:lnTo>
                <a:lnTo>
                  <a:pt x="1988940" y="570120"/>
                </a:lnTo>
                <a:lnTo>
                  <a:pt x="1976469" y="583688"/>
                </a:lnTo>
                <a:lnTo>
                  <a:pt x="1960198" y="592653"/>
                </a:lnTo>
                <a:lnTo>
                  <a:pt x="1941251" y="595891"/>
                </a:lnTo>
                <a:lnTo>
                  <a:pt x="1919083" y="591386"/>
                </a:lnTo>
                <a:lnTo>
                  <a:pt x="1900930" y="579121"/>
                </a:lnTo>
                <a:lnTo>
                  <a:pt x="1888664" y="560967"/>
                </a:lnTo>
                <a:lnTo>
                  <a:pt x="1887118" y="553358"/>
                </a:lnTo>
                <a:lnTo>
                  <a:pt x="1887060" y="553073"/>
                </a:lnTo>
                <a:close/>
              </a:path>
              <a:path w="4700270" h="1384300">
                <a:moveTo>
                  <a:pt x="4008959" y="0"/>
                </a:moveTo>
                <a:lnTo>
                  <a:pt x="4699780" y="0"/>
                </a:lnTo>
                <a:lnTo>
                  <a:pt x="4699780" y="28545"/>
                </a:lnTo>
                <a:lnTo>
                  <a:pt x="4019521" y="28545"/>
                </a:lnTo>
                <a:lnTo>
                  <a:pt x="3498419" y="549647"/>
                </a:lnTo>
                <a:lnTo>
                  <a:pt x="3497705" y="550218"/>
                </a:lnTo>
                <a:lnTo>
                  <a:pt x="3496849" y="550789"/>
                </a:lnTo>
                <a:lnTo>
                  <a:pt x="3493709" y="552787"/>
                </a:lnTo>
                <a:lnTo>
                  <a:pt x="3490426" y="553358"/>
                </a:lnTo>
                <a:lnTo>
                  <a:pt x="3487429" y="553073"/>
                </a:lnTo>
                <a:lnTo>
                  <a:pt x="1887060" y="553073"/>
                </a:lnTo>
                <a:lnTo>
                  <a:pt x="1884159" y="538800"/>
                </a:lnTo>
                <a:lnTo>
                  <a:pt x="1887060" y="524527"/>
                </a:lnTo>
                <a:lnTo>
                  <a:pt x="3483147" y="524527"/>
                </a:lnTo>
                <a:lnTo>
                  <a:pt x="4002822" y="4852"/>
                </a:lnTo>
                <a:lnTo>
                  <a:pt x="4005248" y="1998"/>
                </a:lnTo>
                <a:lnTo>
                  <a:pt x="4008959" y="0"/>
                </a:lnTo>
                <a:close/>
              </a:path>
              <a:path w="4700270" h="1384300">
                <a:moveTo>
                  <a:pt x="1941251" y="481708"/>
                </a:moveTo>
                <a:lnTo>
                  <a:pt x="1960118" y="484947"/>
                </a:lnTo>
                <a:lnTo>
                  <a:pt x="1976362" y="493912"/>
                </a:lnTo>
                <a:lnTo>
                  <a:pt x="1988859" y="507480"/>
                </a:lnTo>
                <a:lnTo>
                  <a:pt x="1996487" y="524527"/>
                </a:lnTo>
                <a:lnTo>
                  <a:pt x="1887060" y="524527"/>
                </a:lnTo>
                <a:lnTo>
                  <a:pt x="1888664" y="516632"/>
                </a:lnTo>
                <a:lnTo>
                  <a:pt x="1900930" y="498479"/>
                </a:lnTo>
                <a:lnTo>
                  <a:pt x="1919083" y="486213"/>
                </a:lnTo>
                <a:lnTo>
                  <a:pt x="1941251" y="481708"/>
                </a:lnTo>
                <a:close/>
              </a:path>
              <a:path w="4700270" h="1384300">
                <a:moveTo>
                  <a:pt x="3357403" y="192541"/>
                </a:moveTo>
                <a:lnTo>
                  <a:pt x="3390130" y="199175"/>
                </a:lnTo>
                <a:lnTo>
                  <a:pt x="3416903" y="217250"/>
                </a:lnTo>
                <a:lnTo>
                  <a:pt x="3434978" y="244023"/>
                </a:lnTo>
                <a:lnTo>
                  <a:pt x="3441613" y="276750"/>
                </a:lnTo>
                <a:lnTo>
                  <a:pt x="3434978" y="309478"/>
                </a:lnTo>
                <a:lnTo>
                  <a:pt x="3416903" y="336250"/>
                </a:lnTo>
                <a:lnTo>
                  <a:pt x="3390130" y="354325"/>
                </a:lnTo>
                <a:lnTo>
                  <a:pt x="3357403" y="360960"/>
                </a:lnTo>
                <a:lnTo>
                  <a:pt x="3327805" y="355592"/>
                </a:lnTo>
                <a:lnTo>
                  <a:pt x="3302809" y="340818"/>
                </a:lnTo>
                <a:lnTo>
                  <a:pt x="3284344" y="318630"/>
                </a:lnTo>
                <a:lnTo>
                  <a:pt x="3274335" y="291023"/>
                </a:lnTo>
                <a:lnTo>
                  <a:pt x="2900" y="291023"/>
                </a:lnTo>
                <a:lnTo>
                  <a:pt x="0" y="276750"/>
                </a:lnTo>
                <a:lnTo>
                  <a:pt x="2900" y="262477"/>
                </a:lnTo>
                <a:lnTo>
                  <a:pt x="3274335" y="262477"/>
                </a:lnTo>
                <a:lnTo>
                  <a:pt x="3284364" y="234810"/>
                </a:lnTo>
                <a:lnTo>
                  <a:pt x="3302863" y="212630"/>
                </a:lnTo>
                <a:lnTo>
                  <a:pt x="3327865" y="197888"/>
                </a:lnTo>
                <a:lnTo>
                  <a:pt x="3357403" y="192541"/>
                </a:lnTo>
                <a:close/>
              </a:path>
              <a:path w="4700270" h="1384300">
                <a:moveTo>
                  <a:pt x="2900" y="291023"/>
                </a:moveTo>
                <a:lnTo>
                  <a:pt x="112327" y="291023"/>
                </a:lnTo>
                <a:lnTo>
                  <a:pt x="104780" y="308070"/>
                </a:lnTo>
                <a:lnTo>
                  <a:pt x="92309" y="321638"/>
                </a:lnTo>
                <a:lnTo>
                  <a:pt x="76038" y="330604"/>
                </a:lnTo>
                <a:lnTo>
                  <a:pt x="57091" y="333842"/>
                </a:lnTo>
                <a:lnTo>
                  <a:pt x="34923" y="329337"/>
                </a:lnTo>
                <a:lnTo>
                  <a:pt x="16770" y="317071"/>
                </a:lnTo>
                <a:lnTo>
                  <a:pt x="4504" y="298918"/>
                </a:lnTo>
                <a:lnTo>
                  <a:pt x="2900" y="291023"/>
                </a:lnTo>
                <a:close/>
              </a:path>
              <a:path w="4700270" h="1384300">
                <a:moveTo>
                  <a:pt x="57091" y="219659"/>
                </a:moveTo>
                <a:lnTo>
                  <a:pt x="75958" y="222897"/>
                </a:lnTo>
                <a:lnTo>
                  <a:pt x="92202" y="231862"/>
                </a:lnTo>
                <a:lnTo>
                  <a:pt x="104700" y="245430"/>
                </a:lnTo>
                <a:lnTo>
                  <a:pt x="112327" y="262477"/>
                </a:lnTo>
                <a:lnTo>
                  <a:pt x="2900" y="262477"/>
                </a:lnTo>
                <a:lnTo>
                  <a:pt x="4504" y="254583"/>
                </a:lnTo>
                <a:lnTo>
                  <a:pt x="16770" y="236429"/>
                </a:lnTo>
                <a:lnTo>
                  <a:pt x="34923" y="224164"/>
                </a:lnTo>
                <a:lnTo>
                  <a:pt x="57091" y="219659"/>
                </a:lnTo>
                <a:close/>
              </a:path>
            </a:pathLst>
          </a:custGeom>
          <a:solidFill>
            <a:srgbClr val="001F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2193" y="7725712"/>
            <a:ext cx="6145805" cy="256128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774" y="2058170"/>
            <a:ext cx="3667124" cy="211454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669077"/>
            <a:ext cx="4651343" cy="361792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101983"/>
            <a:ext cx="3972473" cy="318501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126007"/>
            <a:ext cx="4243672" cy="357438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18509" y="1126440"/>
            <a:ext cx="2381249" cy="296227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90041" y="2477270"/>
            <a:ext cx="2019299" cy="169544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145226" y="1410470"/>
            <a:ext cx="1295399" cy="106679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81648" y="284695"/>
            <a:ext cx="1457324" cy="145732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667059" y="284695"/>
            <a:ext cx="952499" cy="952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00215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00215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00215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256" y="658496"/>
            <a:ext cx="5360035" cy="11716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rgbClr val="00215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14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95"/>
              </a:spcBef>
            </a:pPr>
            <a:endParaRPr sz="7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1573CB-2E89-FE1C-09A8-879118E3F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E4DB-79C4-D644-A61F-AA4EC1A9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56" y="658496"/>
            <a:ext cx="15345744" cy="2492990"/>
          </a:xfrm>
        </p:spPr>
        <p:txBody>
          <a:bodyPr/>
          <a:lstStyle/>
          <a:p>
            <a:r>
              <a:rPr lang="en-US" sz="5400" dirty="0"/>
              <a:t>TEAM DETAILS AND PROBLEM STATEMENT </a:t>
            </a:r>
            <a:endParaRPr lang="en-IN" sz="5400" dirty="0"/>
          </a:p>
        </p:txBody>
      </p:sp>
      <p:grpSp>
        <p:nvGrpSpPr>
          <p:cNvPr id="7" name="object 6">
            <a:extLst>
              <a:ext uri="{FF2B5EF4-FFF2-40B4-BE49-F238E27FC236}">
                <a16:creationId xmlns:a16="http://schemas.microsoft.com/office/drawing/2014/main" id="{EAD52364-AC5D-77FF-D53D-E826495548A0}"/>
              </a:ext>
            </a:extLst>
          </p:cNvPr>
          <p:cNvGrpSpPr/>
          <p:nvPr/>
        </p:nvGrpSpPr>
        <p:grpSpPr>
          <a:xfrm>
            <a:off x="6980043" y="6860393"/>
            <a:ext cx="11342370" cy="3399790"/>
            <a:chOff x="6945783" y="6887825"/>
            <a:chExt cx="11342370" cy="3399790"/>
          </a:xfrm>
        </p:grpSpPr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705CCA81-65F2-5A77-2B3F-636E71D532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5783" y="8576000"/>
              <a:ext cx="7966910" cy="1710999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D851DBBB-A7D1-D6DB-47E5-FB1945F8A5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6571" y="6887825"/>
              <a:ext cx="7941427" cy="3399174"/>
            </a:xfrm>
            <a:prstGeom prst="rect">
              <a:avLst/>
            </a:prstGeom>
          </p:spPr>
        </p:pic>
      </p:grpSp>
      <p:pic>
        <p:nvPicPr>
          <p:cNvPr id="11" name="object 8">
            <a:extLst>
              <a:ext uri="{FF2B5EF4-FFF2-40B4-BE49-F238E27FC236}">
                <a16:creationId xmlns:a16="http://schemas.microsoft.com/office/drawing/2014/main" id="{87D21E97-5F9D-3B6B-7015-D8BC079BC2F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51" y="1562100"/>
            <a:ext cx="3790949" cy="20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A969C1-0401-49DB-56DA-6B828CA9858A}"/>
              </a:ext>
            </a:extLst>
          </p:cNvPr>
          <p:cNvSpPr txBox="1"/>
          <p:nvPr/>
        </p:nvSpPr>
        <p:spPr>
          <a:xfrm>
            <a:off x="304800" y="1866900"/>
            <a:ext cx="14478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4000" dirty="0">
                <a:solidFill>
                  <a:srgbClr val="FF0000"/>
                </a:solidFill>
              </a:rPr>
              <a:t>PROJECT TITLE : </a:t>
            </a:r>
            <a:r>
              <a:rPr lang="en-IN" sz="3600" dirty="0">
                <a:solidFill>
                  <a:srgbClr val="339933"/>
                </a:solidFill>
              </a:rPr>
              <a:t>Smart Energy meter and power theft detection </a:t>
            </a:r>
          </a:p>
          <a:p>
            <a:endParaRPr lang="en-IN" sz="2800" dirty="0"/>
          </a:p>
          <a:p>
            <a:r>
              <a:rPr lang="en-IN" sz="3200" dirty="0">
                <a:solidFill>
                  <a:schemeClr val="accent6"/>
                </a:solidFill>
              </a:rPr>
              <a:t>TEAM NAME : </a:t>
            </a:r>
            <a:r>
              <a:rPr lang="en-IN" sz="2800" dirty="0">
                <a:solidFill>
                  <a:srgbClr val="00B0F0"/>
                </a:solidFill>
              </a:rPr>
              <a:t>INNOVATERS ARONA</a:t>
            </a:r>
          </a:p>
          <a:p>
            <a:r>
              <a:rPr lang="en-IN" sz="2800" dirty="0">
                <a:solidFill>
                  <a:srgbClr val="92D050"/>
                </a:solidFill>
              </a:rPr>
              <a:t>Team members : 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Hemesh Gaur , Harsh Katara , Harshita Gochar , Doli Kanwar Rajawat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FB85A-DD8C-3D58-6F28-8BB19C82FD32}"/>
              </a:ext>
            </a:extLst>
          </p:cNvPr>
          <p:cNvSpPr txBox="1"/>
          <p:nvPr/>
        </p:nvSpPr>
        <p:spPr>
          <a:xfrm>
            <a:off x="331839" y="4501436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Problem :</a:t>
            </a:r>
          </a:p>
        </p:txBody>
      </p:sp>
      <p:pic>
        <p:nvPicPr>
          <p:cNvPr id="6" name="object 3" descr="The image depicts a white checkmark symbol, possibly suggesting approval or completion.&#10;&#10;AI-generated content may be incorrect.">
            <a:extLst>
              <a:ext uri="{FF2B5EF4-FFF2-40B4-BE49-F238E27FC236}">
                <a16:creationId xmlns:a16="http://schemas.microsoft.com/office/drawing/2014/main" id="{47D193A9-F9D2-425E-8084-D9A7E367581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481" y="9037666"/>
            <a:ext cx="1528554" cy="12984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9DF2E2-ACC6-134D-8E5A-1CD823779884}"/>
              </a:ext>
            </a:extLst>
          </p:cNvPr>
          <p:cNvSpPr/>
          <p:nvPr/>
        </p:nvSpPr>
        <p:spPr>
          <a:xfrm>
            <a:off x="9448800" y="5714889"/>
            <a:ext cx="8382000" cy="39136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C70F9A-0A0A-7593-1FB7-6ED4E4CD2A19}"/>
              </a:ext>
            </a:extLst>
          </p:cNvPr>
          <p:cNvSpPr txBox="1"/>
          <p:nvPr/>
        </p:nvSpPr>
        <p:spPr>
          <a:xfrm>
            <a:off x="9677400" y="5804000"/>
            <a:ext cx="77383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Regional Issues &amp; Detection Gaps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High-Loss States: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States like UP, Bihar, Jharkhand, and Rajasthan report losses exceeding 25% to 35%.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Common Theft Methods: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Direct hooking (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katiyabaazi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), meter bypassing, slow-speed tampering, and faulty equipment.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No Real-Time Tracking: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Lack of automated instant alerts leads to heavy transformer overloads and fire hazards.</a:t>
            </a:r>
          </a:p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A4CA2F-0FC3-A3DF-83BA-99053E428A1A}"/>
              </a:ext>
            </a:extLst>
          </p:cNvPr>
          <p:cNvSpPr/>
          <p:nvPr/>
        </p:nvSpPr>
        <p:spPr>
          <a:xfrm>
            <a:off x="457201" y="5691405"/>
            <a:ext cx="8382000" cy="39136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CCA14-254D-4947-02D1-823DBCD8F2A1}"/>
              </a:ext>
            </a:extLst>
          </p:cNvPr>
          <p:cNvSpPr txBox="1"/>
          <p:nvPr/>
        </p:nvSpPr>
        <p:spPr>
          <a:xfrm>
            <a:off x="497824" y="5714889"/>
            <a:ext cx="807215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Massive Financial &amp; Transmission Losses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National Loss: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~15% to 23% of total generated electricity goes into transmission, distribution, and commercial losses (AT&amp;C losses &gt; 25% in several states).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Economic Burden: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theft and commercial leaks cost utilities over ₹30,000 to ₹50,000 crores annually, with total AT&amp;C losses exceeding ₹1 Lakh Crore.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8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232" y="0"/>
            <a:ext cx="2666768" cy="248222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7181718"/>
            <a:ext cx="5549265" cy="3105785"/>
            <a:chOff x="0" y="7181718"/>
            <a:chExt cx="5549265" cy="31057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268" y="8412011"/>
              <a:ext cx="5038930" cy="18749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181718"/>
              <a:ext cx="3873025" cy="3105281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4915680" y="2511957"/>
            <a:ext cx="3372485" cy="2060575"/>
          </a:xfrm>
          <a:custGeom>
            <a:avLst/>
            <a:gdLst/>
            <a:ahLst/>
            <a:cxnLst/>
            <a:rect l="l" t="t" r="r" b="b"/>
            <a:pathLst>
              <a:path w="3372484" h="2060575">
                <a:moveTo>
                  <a:pt x="1021753" y="1174178"/>
                </a:moveTo>
                <a:lnTo>
                  <a:pt x="1020838" y="1166533"/>
                </a:lnTo>
                <a:lnTo>
                  <a:pt x="1020318" y="1161186"/>
                </a:lnTo>
                <a:lnTo>
                  <a:pt x="1016635" y="1156627"/>
                </a:lnTo>
                <a:lnTo>
                  <a:pt x="1009383" y="1154112"/>
                </a:lnTo>
                <a:lnTo>
                  <a:pt x="1007173" y="1153960"/>
                </a:lnTo>
                <a:lnTo>
                  <a:pt x="268668" y="1248740"/>
                </a:lnTo>
                <a:lnTo>
                  <a:pt x="268325" y="1245349"/>
                </a:lnTo>
                <a:lnTo>
                  <a:pt x="251714" y="1207008"/>
                </a:lnTo>
                <a:lnTo>
                  <a:pt x="224002" y="1175219"/>
                </a:lnTo>
                <a:lnTo>
                  <a:pt x="186448" y="1152893"/>
                </a:lnTo>
                <a:lnTo>
                  <a:pt x="143789" y="1143520"/>
                </a:lnTo>
                <a:lnTo>
                  <a:pt x="101828" y="1147762"/>
                </a:lnTo>
                <a:lnTo>
                  <a:pt x="63500" y="1164374"/>
                </a:lnTo>
                <a:lnTo>
                  <a:pt x="31711" y="1192098"/>
                </a:lnTo>
                <a:lnTo>
                  <a:pt x="9271" y="1229601"/>
                </a:lnTo>
                <a:lnTo>
                  <a:pt x="0" y="1272298"/>
                </a:lnTo>
                <a:lnTo>
                  <a:pt x="4254" y="1314259"/>
                </a:lnTo>
                <a:lnTo>
                  <a:pt x="20866" y="1352600"/>
                </a:lnTo>
                <a:lnTo>
                  <a:pt x="48590" y="1384388"/>
                </a:lnTo>
                <a:lnTo>
                  <a:pt x="86131" y="1406702"/>
                </a:lnTo>
                <a:lnTo>
                  <a:pt x="128790" y="1416088"/>
                </a:lnTo>
                <a:lnTo>
                  <a:pt x="170751" y="1411833"/>
                </a:lnTo>
                <a:lnTo>
                  <a:pt x="209080" y="1395222"/>
                </a:lnTo>
                <a:lnTo>
                  <a:pt x="240868" y="1367510"/>
                </a:lnTo>
                <a:lnTo>
                  <a:pt x="263194" y="1329969"/>
                </a:lnTo>
                <a:lnTo>
                  <a:pt x="272580" y="1287297"/>
                </a:lnTo>
                <a:lnTo>
                  <a:pt x="271487" y="1276654"/>
                </a:lnTo>
                <a:lnTo>
                  <a:pt x="1008519" y="1181976"/>
                </a:lnTo>
                <a:lnTo>
                  <a:pt x="1016177" y="1181061"/>
                </a:lnTo>
                <a:lnTo>
                  <a:pt x="1021753" y="1174178"/>
                </a:lnTo>
                <a:close/>
              </a:path>
              <a:path w="3372484" h="2060575">
                <a:moveTo>
                  <a:pt x="1714804" y="630339"/>
                </a:moveTo>
                <a:lnTo>
                  <a:pt x="1713738" y="621550"/>
                </a:lnTo>
                <a:lnTo>
                  <a:pt x="1507693" y="462076"/>
                </a:lnTo>
                <a:lnTo>
                  <a:pt x="1426514" y="399275"/>
                </a:lnTo>
                <a:lnTo>
                  <a:pt x="1425168" y="398157"/>
                </a:lnTo>
                <a:lnTo>
                  <a:pt x="1421066" y="396532"/>
                </a:lnTo>
                <a:lnTo>
                  <a:pt x="1418374" y="396303"/>
                </a:lnTo>
                <a:lnTo>
                  <a:pt x="1415999" y="396557"/>
                </a:lnTo>
                <a:lnTo>
                  <a:pt x="718794" y="493255"/>
                </a:lnTo>
                <a:lnTo>
                  <a:pt x="708609" y="469773"/>
                </a:lnTo>
                <a:lnTo>
                  <a:pt x="680897" y="437997"/>
                </a:lnTo>
                <a:lnTo>
                  <a:pt x="643343" y="415683"/>
                </a:lnTo>
                <a:lnTo>
                  <a:pt x="600748" y="406323"/>
                </a:lnTo>
                <a:lnTo>
                  <a:pt x="558787" y="410552"/>
                </a:lnTo>
                <a:lnTo>
                  <a:pt x="520446" y="427139"/>
                </a:lnTo>
                <a:lnTo>
                  <a:pt x="488632" y="454850"/>
                </a:lnTo>
                <a:lnTo>
                  <a:pt x="466280" y="492429"/>
                </a:lnTo>
                <a:lnTo>
                  <a:pt x="456895" y="535089"/>
                </a:lnTo>
                <a:lnTo>
                  <a:pt x="461149" y="577049"/>
                </a:lnTo>
                <a:lnTo>
                  <a:pt x="477761" y="615391"/>
                </a:lnTo>
                <a:lnTo>
                  <a:pt x="505472" y="647179"/>
                </a:lnTo>
                <a:lnTo>
                  <a:pt x="543013" y="669505"/>
                </a:lnTo>
                <a:lnTo>
                  <a:pt x="585685" y="678878"/>
                </a:lnTo>
                <a:lnTo>
                  <a:pt x="627634" y="674624"/>
                </a:lnTo>
                <a:lnTo>
                  <a:pt x="665975" y="658012"/>
                </a:lnTo>
                <a:lnTo>
                  <a:pt x="697763" y="630301"/>
                </a:lnTo>
                <a:lnTo>
                  <a:pt x="720090" y="592759"/>
                </a:lnTo>
                <a:lnTo>
                  <a:pt x="729488" y="550049"/>
                </a:lnTo>
                <a:lnTo>
                  <a:pt x="726490" y="520509"/>
                </a:lnTo>
                <a:lnTo>
                  <a:pt x="1413954" y="425018"/>
                </a:lnTo>
                <a:lnTo>
                  <a:pt x="1696516" y="643661"/>
                </a:lnTo>
                <a:lnTo>
                  <a:pt x="1705305" y="642594"/>
                </a:lnTo>
                <a:lnTo>
                  <a:pt x="1710105" y="636485"/>
                </a:lnTo>
                <a:lnTo>
                  <a:pt x="1714804" y="630339"/>
                </a:lnTo>
                <a:close/>
              </a:path>
              <a:path w="3372484" h="2060575">
                <a:moveTo>
                  <a:pt x="1740331" y="1442440"/>
                </a:moveTo>
                <a:lnTo>
                  <a:pt x="1739506" y="1434833"/>
                </a:lnTo>
                <a:lnTo>
                  <a:pt x="1738960" y="1429118"/>
                </a:lnTo>
                <a:lnTo>
                  <a:pt x="1738820" y="1429067"/>
                </a:lnTo>
                <a:lnTo>
                  <a:pt x="1735175" y="1424635"/>
                </a:lnTo>
                <a:lnTo>
                  <a:pt x="1729994" y="1422946"/>
                </a:lnTo>
                <a:lnTo>
                  <a:pt x="1728254" y="1422247"/>
                </a:lnTo>
                <a:lnTo>
                  <a:pt x="1725676" y="1422069"/>
                </a:lnTo>
                <a:lnTo>
                  <a:pt x="1723504" y="1422412"/>
                </a:lnTo>
                <a:lnTo>
                  <a:pt x="933640" y="1523885"/>
                </a:lnTo>
                <a:lnTo>
                  <a:pt x="915390" y="1469339"/>
                </a:lnTo>
                <a:lnTo>
                  <a:pt x="887679" y="1437551"/>
                </a:lnTo>
                <a:lnTo>
                  <a:pt x="850125" y="1415224"/>
                </a:lnTo>
                <a:lnTo>
                  <a:pt x="807466" y="1405851"/>
                </a:lnTo>
                <a:lnTo>
                  <a:pt x="765505" y="1410093"/>
                </a:lnTo>
                <a:lnTo>
                  <a:pt x="727176" y="1426705"/>
                </a:lnTo>
                <a:lnTo>
                  <a:pt x="695388" y="1454429"/>
                </a:lnTo>
                <a:lnTo>
                  <a:pt x="673061" y="1491970"/>
                </a:lnTo>
                <a:lnTo>
                  <a:pt x="663676" y="1534629"/>
                </a:lnTo>
                <a:lnTo>
                  <a:pt x="667931" y="1576590"/>
                </a:lnTo>
                <a:lnTo>
                  <a:pt x="684542" y="1614919"/>
                </a:lnTo>
                <a:lnTo>
                  <a:pt x="712254" y="1646720"/>
                </a:lnTo>
                <a:lnTo>
                  <a:pt x="749808" y="1669034"/>
                </a:lnTo>
                <a:lnTo>
                  <a:pt x="792467" y="1678419"/>
                </a:lnTo>
                <a:lnTo>
                  <a:pt x="834428" y="1674164"/>
                </a:lnTo>
                <a:lnTo>
                  <a:pt x="872756" y="1657553"/>
                </a:lnTo>
                <a:lnTo>
                  <a:pt x="904544" y="1629841"/>
                </a:lnTo>
                <a:lnTo>
                  <a:pt x="926871" y="1592287"/>
                </a:lnTo>
                <a:lnTo>
                  <a:pt x="935761" y="1551876"/>
                </a:lnTo>
                <a:lnTo>
                  <a:pt x="1727085" y="1450225"/>
                </a:lnTo>
                <a:lnTo>
                  <a:pt x="1734705" y="1449412"/>
                </a:lnTo>
                <a:lnTo>
                  <a:pt x="1740331" y="1442440"/>
                </a:lnTo>
                <a:close/>
              </a:path>
              <a:path w="3372484" h="2060575">
                <a:moveTo>
                  <a:pt x="2653334" y="1488109"/>
                </a:moveTo>
                <a:lnTo>
                  <a:pt x="2651925" y="1480502"/>
                </a:lnTo>
                <a:lnTo>
                  <a:pt x="2651036" y="1475486"/>
                </a:lnTo>
                <a:lnTo>
                  <a:pt x="2647492" y="1471460"/>
                </a:lnTo>
                <a:lnTo>
                  <a:pt x="2640241" y="1468958"/>
                </a:lnTo>
                <a:lnTo>
                  <a:pt x="2637536" y="1468843"/>
                </a:lnTo>
                <a:lnTo>
                  <a:pt x="2634932" y="1469364"/>
                </a:lnTo>
                <a:lnTo>
                  <a:pt x="2113127" y="1579994"/>
                </a:lnTo>
                <a:lnTo>
                  <a:pt x="2109165" y="1583690"/>
                </a:lnTo>
                <a:lnTo>
                  <a:pt x="2107501" y="1588884"/>
                </a:lnTo>
                <a:lnTo>
                  <a:pt x="2037753" y="1817268"/>
                </a:lnTo>
                <a:lnTo>
                  <a:pt x="1310081" y="1912924"/>
                </a:lnTo>
                <a:lnTo>
                  <a:pt x="1291082" y="1851088"/>
                </a:lnTo>
                <a:lnTo>
                  <a:pt x="1263370" y="1819300"/>
                </a:lnTo>
                <a:lnTo>
                  <a:pt x="1225829" y="1796973"/>
                </a:lnTo>
                <a:lnTo>
                  <a:pt x="1183170" y="1787588"/>
                </a:lnTo>
                <a:lnTo>
                  <a:pt x="1141209" y="1791843"/>
                </a:lnTo>
                <a:lnTo>
                  <a:pt x="1102868" y="1808454"/>
                </a:lnTo>
                <a:lnTo>
                  <a:pt x="1071079" y="1836166"/>
                </a:lnTo>
                <a:lnTo>
                  <a:pt x="1048753" y="1873719"/>
                </a:lnTo>
                <a:lnTo>
                  <a:pt x="1039380" y="1916379"/>
                </a:lnTo>
                <a:lnTo>
                  <a:pt x="1043635" y="1958340"/>
                </a:lnTo>
                <a:lnTo>
                  <a:pt x="1060246" y="1996668"/>
                </a:lnTo>
                <a:lnTo>
                  <a:pt x="1087958" y="2028456"/>
                </a:lnTo>
                <a:lnTo>
                  <a:pt x="1125499" y="2050783"/>
                </a:lnTo>
                <a:lnTo>
                  <a:pt x="1168171" y="2060168"/>
                </a:lnTo>
                <a:lnTo>
                  <a:pt x="1210119" y="2055914"/>
                </a:lnTo>
                <a:lnTo>
                  <a:pt x="1248460" y="2039302"/>
                </a:lnTo>
                <a:lnTo>
                  <a:pt x="1280248" y="2011591"/>
                </a:lnTo>
                <a:lnTo>
                  <a:pt x="1302575" y="1974037"/>
                </a:lnTo>
                <a:lnTo>
                  <a:pt x="1309763" y="1941296"/>
                </a:lnTo>
                <a:lnTo>
                  <a:pt x="2055685" y="1843227"/>
                </a:lnTo>
                <a:lnTo>
                  <a:pt x="2060181" y="1839391"/>
                </a:lnTo>
                <a:lnTo>
                  <a:pt x="2131949" y="1604645"/>
                </a:lnTo>
                <a:lnTo>
                  <a:pt x="2640685" y="1496847"/>
                </a:lnTo>
                <a:lnTo>
                  <a:pt x="2648293" y="1495437"/>
                </a:lnTo>
                <a:lnTo>
                  <a:pt x="2653334" y="1488109"/>
                </a:lnTo>
                <a:close/>
              </a:path>
              <a:path w="3372484" h="2060575">
                <a:moveTo>
                  <a:pt x="3372307" y="1557172"/>
                </a:moveTo>
                <a:lnTo>
                  <a:pt x="2733840" y="1758607"/>
                </a:lnTo>
                <a:lnTo>
                  <a:pt x="2725382" y="1739074"/>
                </a:lnTo>
                <a:lnTo>
                  <a:pt x="2697670" y="1707286"/>
                </a:lnTo>
                <a:lnTo>
                  <a:pt x="2660129" y="1684959"/>
                </a:lnTo>
                <a:lnTo>
                  <a:pt x="2617470" y="1675587"/>
                </a:lnTo>
                <a:lnTo>
                  <a:pt x="2575509" y="1679841"/>
                </a:lnTo>
                <a:lnTo>
                  <a:pt x="2537168" y="1696453"/>
                </a:lnTo>
                <a:lnTo>
                  <a:pt x="2505379" y="1724164"/>
                </a:lnTo>
                <a:lnTo>
                  <a:pt x="2483066" y="1761705"/>
                </a:lnTo>
                <a:lnTo>
                  <a:pt x="2473680" y="1804377"/>
                </a:lnTo>
                <a:lnTo>
                  <a:pt x="2477935" y="1846326"/>
                </a:lnTo>
                <a:lnTo>
                  <a:pt x="2494546" y="1884667"/>
                </a:lnTo>
                <a:lnTo>
                  <a:pt x="2522258" y="1916455"/>
                </a:lnTo>
                <a:lnTo>
                  <a:pt x="2559799" y="1938782"/>
                </a:lnTo>
                <a:lnTo>
                  <a:pt x="2602471" y="1948154"/>
                </a:lnTo>
                <a:lnTo>
                  <a:pt x="2644419" y="1943912"/>
                </a:lnTo>
                <a:lnTo>
                  <a:pt x="2682760" y="1927288"/>
                </a:lnTo>
                <a:lnTo>
                  <a:pt x="2714548" y="1899577"/>
                </a:lnTo>
                <a:lnTo>
                  <a:pt x="2736875" y="1862035"/>
                </a:lnTo>
                <a:lnTo>
                  <a:pt x="2746248" y="1819376"/>
                </a:lnTo>
                <a:lnTo>
                  <a:pt x="2742793" y="1785277"/>
                </a:lnTo>
                <a:lnTo>
                  <a:pt x="3372307" y="1586585"/>
                </a:lnTo>
                <a:lnTo>
                  <a:pt x="3372307" y="1557172"/>
                </a:lnTo>
                <a:close/>
              </a:path>
              <a:path w="3372484" h="2060575">
                <a:moveTo>
                  <a:pt x="3372307" y="1234503"/>
                </a:moveTo>
                <a:lnTo>
                  <a:pt x="2940596" y="1315478"/>
                </a:lnTo>
                <a:lnTo>
                  <a:pt x="2776296" y="1207871"/>
                </a:lnTo>
                <a:lnTo>
                  <a:pt x="2657602" y="1130134"/>
                </a:lnTo>
                <a:lnTo>
                  <a:pt x="2655011" y="1128382"/>
                </a:lnTo>
                <a:lnTo>
                  <a:pt x="2651353" y="1127658"/>
                </a:lnTo>
                <a:lnTo>
                  <a:pt x="2342540" y="1185037"/>
                </a:lnTo>
                <a:lnTo>
                  <a:pt x="2250846" y="1203147"/>
                </a:lnTo>
                <a:lnTo>
                  <a:pt x="2210511" y="1211503"/>
                </a:lnTo>
                <a:lnTo>
                  <a:pt x="2192388" y="1215415"/>
                </a:lnTo>
                <a:lnTo>
                  <a:pt x="2191080" y="1215707"/>
                </a:lnTo>
                <a:lnTo>
                  <a:pt x="2191054" y="1215390"/>
                </a:lnTo>
                <a:lnTo>
                  <a:pt x="2174443" y="1177048"/>
                </a:lnTo>
                <a:lnTo>
                  <a:pt x="2146719" y="1145260"/>
                </a:lnTo>
                <a:lnTo>
                  <a:pt x="2109178" y="1122946"/>
                </a:lnTo>
                <a:lnTo>
                  <a:pt x="2066518" y="1113561"/>
                </a:lnTo>
                <a:lnTo>
                  <a:pt x="2024557" y="1117815"/>
                </a:lnTo>
                <a:lnTo>
                  <a:pt x="1986229" y="1134427"/>
                </a:lnTo>
                <a:lnTo>
                  <a:pt x="1954428" y="1162138"/>
                </a:lnTo>
                <a:lnTo>
                  <a:pt x="1932114" y="1199680"/>
                </a:lnTo>
                <a:lnTo>
                  <a:pt x="1922729" y="1242352"/>
                </a:lnTo>
                <a:lnTo>
                  <a:pt x="1926983" y="1284300"/>
                </a:lnTo>
                <a:lnTo>
                  <a:pt x="1943595" y="1322641"/>
                </a:lnTo>
                <a:lnTo>
                  <a:pt x="1971306" y="1354429"/>
                </a:lnTo>
                <a:lnTo>
                  <a:pt x="2008860" y="1376756"/>
                </a:lnTo>
                <a:lnTo>
                  <a:pt x="2051519" y="1386128"/>
                </a:lnTo>
                <a:lnTo>
                  <a:pt x="2093480" y="1381887"/>
                </a:lnTo>
                <a:lnTo>
                  <a:pt x="2131809" y="1365275"/>
                </a:lnTo>
                <a:lnTo>
                  <a:pt x="2163597" y="1337551"/>
                </a:lnTo>
                <a:lnTo>
                  <a:pt x="2185924" y="1300010"/>
                </a:lnTo>
                <a:lnTo>
                  <a:pt x="2195296" y="1257350"/>
                </a:lnTo>
                <a:lnTo>
                  <a:pt x="2193925" y="1243888"/>
                </a:lnTo>
                <a:lnTo>
                  <a:pt x="2216251" y="1238986"/>
                </a:lnTo>
                <a:lnTo>
                  <a:pt x="2256320" y="1230655"/>
                </a:lnTo>
                <a:lnTo>
                  <a:pt x="2396007" y="1203223"/>
                </a:lnTo>
                <a:lnTo>
                  <a:pt x="2647226" y="1156855"/>
                </a:lnTo>
                <a:lnTo>
                  <a:pt x="2929940" y="1341856"/>
                </a:lnTo>
                <a:lnTo>
                  <a:pt x="2933001" y="1343774"/>
                </a:lnTo>
                <a:lnTo>
                  <a:pt x="2936659" y="1344510"/>
                </a:lnTo>
                <a:lnTo>
                  <a:pt x="2989148" y="1334668"/>
                </a:lnTo>
                <a:lnTo>
                  <a:pt x="3309226" y="1274660"/>
                </a:lnTo>
                <a:lnTo>
                  <a:pt x="3372307" y="1481759"/>
                </a:lnTo>
                <a:lnTo>
                  <a:pt x="3372307" y="1385773"/>
                </a:lnTo>
                <a:lnTo>
                  <a:pt x="3342449" y="1287792"/>
                </a:lnTo>
                <a:lnTo>
                  <a:pt x="3336861" y="1269453"/>
                </a:lnTo>
                <a:lnTo>
                  <a:pt x="3372307" y="1262799"/>
                </a:lnTo>
                <a:lnTo>
                  <a:pt x="3372307" y="1234503"/>
                </a:lnTo>
                <a:close/>
              </a:path>
              <a:path w="3372484" h="2060575">
                <a:moveTo>
                  <a:pt x="3372307" y="785317"/>
                </a:moveTo>
                <a:lnTo>
                  <a:pt x="3162681" y="800188"/>
                </a:lnTo>
                <a:lnTo>
                  <a:pt x="2807284" y="611327"/>
                </a:lnTo>
                <a:lnTo>
                  <a:pt x="2583523" y="492404"/>
                </a:lnTo>
                <a:lnTo>
                  <a:pt x="2581173" y="491121"/>
                </a:lnTo>
                <a:lnTo>
                  <a:pt x="2579116" y="490664"/>
                </a:lnTo>
                <a:lnTo>
                  <a:pt x="2578671" y="490486"/>
                </a:lnTo>
                <a:lnTo>
                  <a:pt x="2172932" y="526567"/>
                </a:lnTo>
                <a:lnTo>
                  <a:pt x="2158695" y="493687"/>
                </a:lnTo>
                <a:lnTo>
                  <a:pt x="2131009" y="461899"/>
                </a:lnTo>
                <a:lnTo>
                  <a:pt x="2093468" y="439585"/>
                </a:lnTo>
                <a:lnTo>
                  <a:pt x="2050808" y="430199"/>
                </a:lnTo>
                <a:lnTo>
                  <a:pt x="2008847" y="434454"/>
                </a:lnTo>
                <a:lnTo>
                  <a:pt x="1970519" y="451065"/>
                </a:lnTo>
                <a:lnTo>
                  <a:pt x="1938731" y="478777"/>
                </a:lnTo>
                <a:lnTo>
                  <a:pt x="1916404" y="516331"/>
                </a:lnTo>
                <a:lnTo>
                  <a:pt x="1907019" y="558990"/>
                </a:lnTo>
                <a:lnTo>
                  <a:pt x="1911273" y="600951"/>
                </a:lnTo>
                <a:lnTo>
                  <a:pt x="1927885" y="639279"/>
                </a:lnTo>
                <a:lnTo>
                  <a:pt x="1955596" y="671068"/>
                </a:lnTo>
                <a:lnTo>
                  <a:pt x="1993150" y="693394"/>
                </a:lnTo>
                <a:lnTo>
                  <a:pt x="2035810" y="702779"/>
                </a:lnTo>
                <a:lnTo>
                  <a:pt x="2077770" y="698525"/>
                </a:lnTo>
                <a:lnTo>
                  <a:pt x="2116099" y="681913"/>
                </a:lnTo>
                <a:lnTo>
                  <a:pt x="2147887" y="654202"/>
                </a:lnTo>
                <a:lnTo>
                  <a:pt x="2170214" y="616648"/>
                </a:lnTo>
                <a:lnTo>
                  <a:pt x="2179548" y="573976"/>
                </a:lnTo>
                <a:lnTo>
                  <a:pt x="2177554" y="554342"/>
                </a:lnTo>
                <a:lnTo>
                  <a:pt x="2573934" y="519087"/>
                </a:lnTo>
                <a:lnTo>
                  <a:pt x="3114205" y="806132"/>
                </a:lnTo>
                <a:lnTo>
                  <a:pt x="3090100" y="808012"/>
                </a:lnTo>
                <a:lnTo>
                  <a:pt x="3040329" y="812634"/>
                </a:lnTo>
                <a:lnTo>
                  <a:pt x="2924721" y="825017"/>
                </a:lnTo>
                <a:lnTo>
                  <a:pt x="2882277" y="829995"/>
                </a:lnTo>
                <a:lnTo>
                  <a:pt x="2844419" y="808939"/>
                </a:lnTo>
                <a:lnTo>
                  <a:pt x="2652090" y="701967"/>
                </a:lnTo>
                <a:lnTo>
                  <a:pt x="2648801" y="701509"/>
                </a:lnTo>
                <a:lnTo>
                  <a:pt x="2645460" y="702094"/>
                </a:lnTo>
                <a:lnTo>
                  <a:pt x="1693024" y="891298"/>
                </a:lnTo>
                <a:lnTo>
                  <a:pt x="1562277" y="797674"/>
                </a:lnTo>
                <a:lnTo>
                  <a:pt x="1465440" y="728332"/>
                </a:lnTo>
                <a:lnTo>
                  <a:pt x="1462265" y="725995"/>
                </a:lnTo>
                <a:lnTo>
                  <a:pt x="1457667" y="725258"/>
                </a:lnTo>
                <a:lnTo>
                  <a:pt x="1131316" y="828078"/>
                </a:lnTo>
                <a:lnTo>
                  <a:pt x="1130490" y="828319"/>
                </a:lnTo>
                <a:lnTo>
                  <a:pt x="1115758" y="794321"/>
                </a:lnTo>
                <a:lnTo>
                  <a:pt x="1088047" y="762533"/>
                </a:lnTo>
                <a:lnTo>
                  <a:pt x="1050505" y="740206"/>
                </a:lnTo>
                <a:lnTo>
                  <a:pt x="1007846" y="730821"/>
                </a:lnTo>
                <a:lnTo>
                  <a:pt x="965885" y="735076"/>
                </a:lnTo>
                <a:lnTo>
                  <a:pt x="927544" y="751687"/>
                </a:lnTo>
                <a:lnTo>
                  <a:pt x="895756" y="779411"/>
                </a:lnTo>
                <a:lnTo>
                  <a:pt x="873442" y="816952"/>
                </a:lnTo>
                <a:lnTo>
                  <a:pt x="864057" y="859612"/>
                </a:lnTo>
                <a:lnTo>
                  <a:pt x="868311" y="901573"/>
                </a:lnTo>
                <a:lnTo>
                  <a:pt x="884923" y="939901"/>
                </a:lnTo>
                <a:lnTo>
                  <a:pt x="912634" y="971702"/>
                </a:lnTo>
                <a:lnTo>
                  <a:pt x="950175" y="994016"/>
                </a:lnTo>
                <a:lnTo>
                  <a:pt x="992847" y="1003401"/>
                </a:lnTo>
                <a:lnTo>
                  <a:pt x="1034796" y="999147"/>
                </a:lnTo>
                <a:lnTo>
                  <a:pt x="1073137" y="982535"/>
                </a:lnTo>
                <a:lnTo>
                  <a:pt x="1104925" y="954824"/>
                </a:lnTo>
                <a:lnTo>
                  <a:pt x="1127252" y="917270"/>
                </a:lnTo>
                <a:lnTo>
                  <a:pt x="1136624" y="874610"/>
                </a:lnTo>
                <a:lnTo>
                  <a:pt x="1134745" y="856119"/>
                </a:lnTo>
                <a:lnTo>
                  <a:pt x="1139393" y="854798"/>
                </a:lnTo>
                <a:lnTo>
                  <a:pt x="1139685" y="854684"/>
                </a:lnTo>
                <a:lnTo>
                  <a:pt x="1455102" y="755307"/>
                </a:lnTo>
                <a:lnTo>
                  <a:pt x="1681594" y="917486"/>
                </a:lnTo>
                <a:lnTo>
                  <a:pt x="1684743" y="919810"/>
                </a:lnTo>
                <a:lnTo>
                  <a:pt x="1688706" y="920661"/>
                </a:lnTo>
                <a:lnTo>
                  <a:pt x="1692592" y="919924"/>
                </a:lnTo>
                <a:lnTo>
                  <a:pt x="1741068" y="910285"/>
                </a:lnTo>
                <a:lnTo>
                  <a:pt x="2645854" y="730453"/>
                </a:lnTo>
                <a:lnTo>
                  <a:pt x="2871749" y="856183"/>
                </a:lnTo>
                <a:lnTo>
                  <a:pt x="2875013" y="858075"/>
                </a:lnTo>
                <a:lnTo>
                  <a:pt x="2878010" y="858659"/>
                </a:lnTo>
                <a:lnTo>
                  <a:pt x="2937319" y="851750"/>
                </a:lnTo>
                <a:lnTo>
                  <a:pt x="3017164" y="843051"/>
                </a:lnTo>
                <a:lnTo>
                  <a:pt x="3092437" y="835850"/>
                </a:lnTo>
                <a:lnTo>
                  <a:pt x="3133420" y="832954"/>
                </a:lnTo>
                <a:lnTo>
                  <a:pt x="3156559" y="832307"/>
                </a:lnTo>
                <a:lnTo>
                  <a:pt x="3158871" y="832497"/>
                </a:lnTo>
                <a:lnTo>
                  <a:pt x="3161322" y="832637"/>
                </a:lnTo>
                <a:lnTo>
                  <a:pt x="3167037" y="834898"/>
                </a:lnTo>
                <a:lnTo>
                  <a:pt x="3173806" y="832789"/>
                </a:lnTo>
                <a:lnTo>
                  <a:pt x="3177527" y="827328"/>
                </a:lnTo>
                <a:lnTo>
                  <a:pt x="3223133" y="824090"/>
                </a:lnTo>
                <a:lnTo>
                  <a:pt x="3372307" y="813498"/>
                </a:lnTo>
                <a:lnTo>
                  <a:pt x="3372307" y="785317"/>
                </a:lnTo>
                <a:close/>
              </a:path>
              <a:path w="3372484" h="2060575">
                <a:moveTo>
                  <a:pt x="3372307" y="335178"/>
                </a:moveTo>
                <a:lnTo>
                  <a:pt x="3309340" y="340893"/>
                </a:lnTo>
                <a:lnTo>
                  <a:pt x="3102686" y="117614"/>
                </a:lnTo>
                <a:lnTo>
                  <a:pt x="3058566" y="69938"/>
                </a:lnTo>
                <a:lnTo>
                  <a:pt x="3055747" y="66789"/>
                </a:lnTo>
                <a:lnTo>
                  <a:pt x="3051606" y="65163"/>
                </a:lnTo>
                <a:lnTo>
                  <a:pt x="2531719" y="97815"/>
                </a:lnTo>
                <a:lnTo>
                  <a:pt x="2516848" y="63487"/>
                </a:lnTo>
                <a:lnTo>
                  <a:pt x="2489136" y="31699"/>
                </a:lnTo>
                <a:lnTo>
                  <a:pt x="2451595" y="9372"/>
                </a:lnTo>
                <a:lnTo>
                  <a:pt x="2408936" y="0"/>
                </a:lnTo>
                <a:lnTo>
                  <a:pt x="2366975" y="4254"/>
                </a:lnTo>
                <a:lnTo>
                  <a:pt x="2328634" y="20866"/>
                </a:lnTo>
                <a:lnTo>
                  <a:pt x="2296845" y="48577"/>
                </a:lnTo>
                <a:lnTo>
                  <a:pt x="2274519" y="86118"/>
                </a:lnTo>
                <a:lnTo>
                  <a:pt x="2265146" y="128778"/>
                </a:lnTo>
                <a:lnTo>
                  <a:pt x="2269401" y="170738"/>
                </a:lnTo>
                <a:lnTo>
                  <a:pt x="2286012" y="209080"/>
                </a:lnTo>
                <a:lnTo>
                  <a:pt x="2313724" y="240868"/>
                </a:lnTo>
                <a:lnTo>
                  <a:pt x="2351265" y="263194"/>
                </a:lnTo>
                <a:lnTo>
                  <a:pt x="2393937" y="272567"/>
                </a:lnTo>
                <a:lnTo>
                  <a:pt x="2435885" y="268325"/>
                </a:lnTo>
                <a:lnTo>
                  <a:pt x="2474226" y="251701"/>
                </a:lnTo>
                <a:lnTo>
                  <a:pt x="2506014" y="223989"/>
                </a:lnTo>
                <a:lnTo>
                  <a:pt x="2528341" y="186448"/>
                </a:lnTo>
                <a:lnTo>
                  <a:pt x="2537714" y="143789"/>
                </a:lnTo>
                <a:lnTo>
                  <a:pt x="2535872" y="125603"/>
                </a:lnTo>
                <a:lnTo>
                  <a:pt x="3042539" y="93840"/>
                </a:lnTo>
                <a:lnTo>
                  <a:pt x="3296412" y="368160"/>
                </a:lnTo>
                <a:lnTo>
                  <a:pt x="3300742" y="369874"/>
                </a:lnTo>
                <a:lnTo>
                  <a:pt x="3305098" y="369443"/>
                </a:lnTo>
                <a:lnTo>
                  <a:pt x="3367303" y="363804"/>
                </a:lnTo>
                <a:lnTo>
                  <a:pt x="3372307" y="363347"/>
                </a:lnTo>
                <a:lnTo>
                  <a:pt x="3372307" y="33517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37256" y="658496"/>
            <a:ext cx="536003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</a:t>
            </a:r>
            <a:r>
              <a:rPr lang="en-US" sz="5400" dirty="0"/>
              <a:t>OLUTION</a:t>
            </a:r>
            <a:endParaRPr sz="5400" spc="-10" dirty="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9651" y="1485900"/>
            <a:ext cx="3790949" cy="200024"/>
          </a:xfrm>
          <a:prstGeom prst="rect">
            <a:avLst/>
          </a:prstGeom>
        </p:spPr>
      </p:pic>
      <p:pic>
        <p:nvPicPr>
          <p:cNvPr id="10" name="object 2" descr="The image depicts a white checkmark symbol, possibly suggesting approval or completion.&#10;&#10;AI-generated content may be incorrect.">
            <a:extLst>
              <a:ext uri="{FF2B5EF4-FFF2-40B4-BE49-F238E27FC236}">
                <a16:creationId xmlns:a16="http://schemas.microsoft.com/office/drawing/2014/main" id="{A2966D17-684D-345A-B9EA-FF017697754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2829" y="6267780"/>
            <a:ext cx="1528554" cy="1298452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9FA84D5-727E-DC8C-C559-ABC1A58F3256}"/>
              </a:ext>
            </a:extLst>
          </p:cNvPr>
          <p:cNvSpPr/>
          <p:nvPr/>
        </p:nvSpPr>
        <p:spPr>
          <a:xfrm>
            <a:off x="6609311" y="1740477"/>
            <a:ext cx="5394067" cy="31760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52CDCAD-7224-433B-04C0-E28414EEF7B6}"/>
              </a:ext>
            </a:extLst>
          </p:cNvPr>
          <p:cNvSpPr/>
          <p:nvPr/>
        </p:nvSpPr>
        <p:spPr>
          <a:xfrm>
            <a:off x="12824527" y="1734761"/>
            <a:ext cx="5029200" cy="31760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501386-A60C-E69B-84B6-8E9C2F732EF6}"/>
              </a:ext>
            </a:extLst>
          </p:cNvPr>
          <p:cNvSpPr txBox="1"/>
          <p:nvPr/>
        </p:nvSpPr>
        <p:spPr>
          <a:xfrm>
            <a:off x="6934200" y="2849526"/>
            <a:ext cx="4953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u="none" dirty="0">
                <a:solidFill>
                  <a:schemeClr val="tx1"/>
                </a:solidFill>
                <a:latin typeface="Plus Jakarta Sans"/>
              </a:rPr>
              <a:t>Automated Tamper Logic</a:t>
            </a:r>
          </a:p>
          <a:p>
            <a:pPr algn="l"/>
            <a:r>
              <a:rPr lang="en-US" sz="2400" b="0" i="0" u="none" dirty="0">
                <a:solidFill>
                  <a:srgbClr val="FF0000"/>
                </a:solidFill>
                <a:latin typeface="Inter"/>
              </a:rPr>
              <a:t>Compares line vs. neutral current differences and detects physical cabinet breaches instantly.</a:t>
            </a:r>
          </a:p>
          <a:p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208093-E828-E975-5F00-B364B6D4EB84}"/>
              </a:ext>
            </a:extLst>
          </p:cNvPr>
          <p:cNvSpPr txBox="1"/>
          <p:nvPr/>
        </p:nvSpPr>
        <p:spPr>
          <a:xfrm>
            <a:off x="13025941" y="2849526"/>
            <a:ext cx="48162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u="none" dirty="0">
                <a:solidFill>
                  <a:schemeClr val="tx1"/>
                </a:solidFill>
                <a:latin typeface="Plus Jakarta Sans"/>
              </a:rPr>
              <a:t>Cloud Dashboard &amp; Cutoff</a:t>
            </a:r>
          </a:p>
          <a:p>
            <a:pPr algn="l"/>
            <a:r>
              <a:rPr lang="en-US" sz="2400" b="0" i="0" u="none" dirty="0">
                <a:solidFill>
                  <a:srgbClr val="FF0000"/>
                </a:solidFill>
                <a:latin typeface="Inter"/>
              </a:rPr>
              <a:t>Pushes instant alerts to utility servers and enables automated relay power cutoff for defaulting nodes.</a:t>
            </a:r>
          </a:p>
          <a:p>
            <a:endParaRPr lang="en-IN" dirty="0"/>
          </a:p>
        </p:txBody>
      </p:sp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7364F716-4468-EE57-B5AA-D5E74D8BFD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844" y="1836005"/>
            <a:ext cx="1013521" cy="1013521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F6BE1D60-3DBB-292B-AE46-34A5F4564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5886" y="1995897"/>
            <a:ext cx="650810" cy="650810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748118EB-DAB0-8B34-801D-07CD6F4894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5485" y="1832830"/>
            <a:ext cx="1016695" cy="1016695"/>
          </a:xfrm>
          <a:prstGeom prst="rect">
            <a:avLst/>
          </a:prstGeom>
        </p:spPr>
      </p:pic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40A85EA1-BB87-0EC0-8BAA-EDE54855E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28438" y="2017215"/>
            <a:ext cx="590787" cy="65081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88475514-7D10-8AA0-2D85-210C7885BC42}"/>
              </a:ext>
            </a:extLst>
          </p:cNvPr>
          <p:cNvSpPr/>
          <p:nvPr/>
        </p:nvSpPr>
        <p:spPr>
          <a:xfrm>
            <a:off x="238938" y="1734759"/>
            <a:ext cx="5394067" cy="31760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9334C864-1EF3-27D1-9B26-C21ED3F971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241" y="1852070"/>
            <a:ext cx="690563" cy="690563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E700077-E7E4-98E4-7AF8-85DDF3E028E7}"/>
              </a:ext>
            </a:extLst>
          </p:cNvPr>
          <p:cNvSpPr txBox="1"/>
          <p:nvPr/>
        </p:nvSpPr>
        <p:spPr>
          <a:xfrm>
            <a:off x="504123" y="2849525"/>
            <a:ext cx="43314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u="none" dirty="0">
                <a:solidFill>
                  <a:schemeClr val="tx1"/>
                </a:solidFill>
                <a:latin typeface="Plus Jakarta Sans"/>
              </a:rPr>
              <a:t>Smart IoT Hardware</a:t>
            </a:r>
          </a:p>
          <a:p>
            <a:pPr algn="l"/>
            <a:r>
              <a:rPr lang="en-US" sz="2400" b="0" i="0" u="none" dirty="0">
                <a:solidFill>
                  <a:srgbClr val="FF0000"/>
                </a:solidFill>
                <a:latin typeface="Inter"/>
              </a:rPr>
              <a:t>Microcontroller-based energy monitoring unit continuously measuring real-time voltage, current, and active power.</a:t>
            </a:r>
          </a:p>
          <a:p>
            <a:endParaRPr lang="en-IN" dirty="0"/>
          </a:p>
        </p:txBody>
      </p:sp>
      <p:pic>
        <p:nvPicPr>
          <p:cNvPr id="91" name="object 3" descr="The image depicts a white checkmark symbol, possibly suggesting approval or completion.&#10;&#10;AI-generated content may be incorrect.">
            <a:extLst>
              <a:ext uri="{FF2B5EF4-FFF2-40B4-BE49-F238E27FC236}">
                <a16:creationId xmlns:a16="http://schemas.microsoft.com/office/drawing/2014/main" id="{154F17F6-CBF0-D514-36FD-1A182AF210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800" y="9417801"/>
            <a:ext cx="1528554" cy="1298452"/>
          </a:xfrm>
          <a:prstGeom prst="rect">
            <a:avLst/>
          </a:prstGeom>
        </p:spPr>
      </p:pic>
      <p:pic>
        <p:nvPicPr>
          <p:cNvPr id="93" name="Picture 92" descr="image.png">
            <a:extLst>
              <a:ext uri="{FF2B5EF4-FFF2-40B4-BE49-F238E27FC236}">
                <a16:creationId xmlns:a16="http://schemas.microsoft.com/office/drawing/2014/main" id="{6BAF3E17-C5BD-9DA8-D650-B58CCC7D69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6401" y="5760421"/>
            <a:ext cx="762157" cy="762157"/>
          </a:xfrm>
          <a:prstGeom prst="rect">
            <a:avLst/>
          </a:prstGeom>
        </p:spPr>
      </p:pic>
      <p:pic>
        <p:nvPicPr>
          <p:cNvPr id="95" name="Picture 94" descr="image.png">
            <a:extLst>
              <a:ext uri="{FF2B5EF4-FFF2-40B4-BE49-F238E27FC236}">
                <a16:creationId xmlns:a16="http://schemas.microsoft.com/office/drawing/2014/main" id="{9A399301-40B5-48D5-E39F-CCFB76B271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0867" y="5760421"/>
            <a:ext cx="762157" cy="762157"/>
          </a:xfrm>
          <a:prstGeom prst="rect">
            <a:avLst/>
          </a:prstGeom>
        </p:spPr>
      </p:pic>
      <p:pic>
        <p:nvPicPr>
          <p:cNvPr id="97" name="Picture 96" descr="image.png">
            <a:extLst>
              <a:ext uri="{FF2B5EF4-FFF2-40B4-BE49-F238E27FC236}">
                <a16:creationId xmlns:a16="http://schemas.microsoft.com/office/drawing/2014/main" id="{B34BE596-C13D-474F-403B-CF18C60B5A4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87490" y="5716380"/>
            <a:ext cx="762156" cy="762156"/>
          </a:xfrm>
          <a:prstGeom prst="rect">
            <a:avLst/>
          </a:prstGeom>
        </p:spPr>
      </p:pic>
      <p:pic>
        <p:nvPicPr>
          <p:cNvPr id="99" name="Picture 98" descr="image.png">
            <a:extLst>
              <a:ext uri="{FF2B5EF4-FFF2-40B4-BE49-F238E27FC236}">
                <a16:creationId xmlns:a16="http://schemas.microsoft.com/office/drawing/2014/main" id="{435031D2-93F3-D8C1-A9AB-B1F3E6C4863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39127" y="5716380"/>
            <a:ext cx="762156" cy="762156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81EB6BB5-2E61-4001-ECE5-90977BC7424E}"/>
              </a:ext>
            </a:extLst>
          </p:cNvPr>
          <p:cNvSpPr/>
          <p:nvPr/>
        </p:nvSpPr>
        <p:spPr>
          <a:xfrm>
            <a:off x="802829" y="6658612"/>
            <a:ext cx="16456192" cy="839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323F9E2-B16D-7F81-810D-B5423AC81998}"/>
              </a:ext>
            </a:extLst>
          </p:cNvPr>
          <p:cNvSpPr txBox="1"/>
          <p:nvPr/>
        </p:nvSpPr>
        <p:spPr>
          <a:xfrm>
            <a:off x="1278804" y="7064775"/>
            <a:ext cx="27903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Data Acquisition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3AD27A9-959D-530A-5501-49338C558501}"/>
              </a:ext>
            </a:extLst>
          </p:cNvPr>
          <p:cNvSpPr txBox="1"/>
          <p:nvPr/>
        </p:nvSpPr>
        <p:spPr>
          <a:xfrm>
            <a:off x="5346184" y="7064775"/>
            <a:ext cx="27903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Edge Processing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DA27286-A018-67ED-D250-3353F5076E82}"/>
              </a:ext>
            </a:extLst>
          </p:cNvPr>
          <p:cNvSpPr txBox="1"/>
          <p:nvPr/>
        </p:nvSpPr>
        <p:spPr>
          <a:xfrm>
            <a:off x="10073232" y="7064775"/>
            <a:ext cx="29906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Cloud Transmission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0437FF6-A1DA-16A0-35CB-18060235830F}"/>
              </a:ext>
            </a:extLst>
          </p:cNvPr>
          <p:cNvSpPr txBox="1"/>
          <p:nvPr/>
        </p:nvSpPr>
        <p:spPr>
          <a:xfrm>
            <a:off x="14473589" y="7064776"/>
            <a:ext cx="27903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Automated Action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A7BCDF0-FB31-0163-8B5A-47B88F859564}"/>
              </a:ext>
            </a:extLst>
          </p:cNvPr>
          <p:cNvSpPr txBox="1"/>
          <p:nvPr/>
        </p:nvSpPr>
        <p:spPr>
          <a:xfrm>
            <a:off x="9979097" y="7854005"/>
            <a:ext cx="38162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Telemetry data transmitted securely via Wi-Fi / MQTT            protocol </a:t>
            </a:r>
            <a:r>
              <a:rPr lang="en-IN" sz="240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F920FD7-DC9E-49EB-85A3-6A8A0DC50BD9}"/>
              </a:ext>
            </a:extLst>
          </p:cNvPr>
          <p:cNvSpPr txBox="1"/>
          <p:nvPr/>
        </p:nvSpPr>
        <p:spPr>
          <a:xfrm>
            <a:off x="14312441" y="7855816"/>
            <a:ext cx="3465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Instant alert triggered on cloud dashboard for field audits and cutoff 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35C4510-13AA-1006-1AF2-AC85B78B0A48}"/>
              </a:ext>
            </a:extLst>
          </p:cNvPr>
          <p:cNvSpPr txBox="1"/>
          <p:nvPr/>
        </p:nvSpPr>
        <p:spPr>
          <a:xfrm>
            <a:off x="5172516" y="7761693"/>
            <a:ext cx="38162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ESP 32 computes consumption parameters and analyses anomalies locally .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4AF84F3-5B52-3958-778D-C736B5911D35}"/>
              </a:ext>
            </a:extLst>
          </p:cNvPr>
          <p:cNvSpPr txBox="1"/>
          <p:nvPr/>
        </p:nvSpPr>
        <p:spPr>
          <a:xfrm>
            <a:off x="950728" y="7767399"/>
            <a:ext cx="3821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Sensors measure voltage , current , and power factor continuously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35171"/>
            <a:ext cx="18288000" cy="751840"/>
            <a:chOff x="0" y="9535171"/>
            <a:chExt cx="18288000" cy="751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35171"/>
              <a:ext cx="13776050" cy="7518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4095" y="9537847"/>
              <a:ext cx="6503904" cy="74915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4776285" y="339724"/>
            <a:ext cx="3512185" cy="2060575"/>
          </a:xfrm>
          <a:custGeom>
            <a:avLst/>
            <a:gdLst/>
            <a:ahLst/>
            <a:cxnLst/>
            <a:rect l="l" t="t" r="r" b="b"/>
            <a:pathLst>
              <a:path w="3512184" h="2060575">
                <a:moveTo>
                  <a:pt x="1021753" y="1174191"/>
                </a:moveTo>
                <a:lnTo>
                  <a:pt x="1020826" y="1166545"/>
                </a:lnTo>
                <a:lnTo>
                  <a:pt x="1020318" y="1161199"/>
                </a:lnTo>
                <a:lnTo>
                  <a:pt x="1016622" y="1156627"/>
                </a:lnTo>
                <a:lnTo>
                  <a:pt x="1009370" y="1154125"/>
                </a:lnTo>
                <a:lnTo>
                  <a:pt x="1007160" y="1153972"/>
                </a:lnTo>
                <a:lnTo>
                  <a:pt x="268655" y="1248752"/>
                </a:lnTo>
                <a:lnTo>
                  <a:pt x="268312" y="1245349"/>
                </a:lnTo>
                <a:lnTo>
                  <a:pt x="251701" y="1207020"/>
                </a:lnTo>
                <a:lnTo>
                  <a:pt x="223989" y="1175232"/>
                </a:lnTo>
                <a:lnTo>
                  <a:pt x="186448" y="1152906"/>
                </a:lnTo>
                <a:lnTo>
                  <a:pt x="143776" y="1143520"/>
                </a:lnTo>
                <a:lnTo>
                  <a:pt x="101828" y="1147775"/>
                </a:lnTo>
                <a:lnTo>
                  <a:pt x="63487" y="1164386"/>
                </a:lnTo>
                <a:lnTo>
                  <a:pt x="31699" y="1192098"/>
                </a:lnTo>
                <a:lnTo>
                  <a:pt x="9258" y="1229601"/>
                </a:lnTo>
                <a:lnTo>
                  <a:pt x="0" y="1272311"/>
                </a:lnTo>
                <a:lnTo>
                  <a:pt x="4241" y="1314272"/>
                </a:lnTo>
                <a:lnTo>
                  <a:pt x="20866" y="1352600"/>
                </a:lnTo>
                <a:lnTo>
                  <a:pt x="48577" y="1384388"/>
                </a:lnTo>
                <a:lnTo>
                  <a:pt x="86118" y="1406715"/>
                </a:lnTo>
                <a:lnTo>
                  <a:pt x="128778" y="1416100"/>
                </a:lnTo>
                <a:lnTo>
                  <a:pt x="170738" y="1411846"/>
                </a:lnTo>
                <a:lnTo>
                  <a:pt x="209080" y="1395234"/>
                </a:lnTo>
                <a:lnTo>
                  <a:pt x="240868" y="1367510"/>
                </a:lnTo>
                <a:lnTo>
                  <a:pt x="263182" y="1329969"/>
                </a:lnTo>
                <a:lnTo>
                  <a:pt x="272567" y="1287310"/>
                </a:lnTo>
                <a:lnTo>
                  <a:pt x="271475" y="1276654"/>
                </a:lnTo>
                <a:lnTo>
                  <a:pt x="1008507" y="1181989"/>
                </a:lnTo>
                <a:lnTo>
                  <a:pt x="1016165" y="1181061"/>
                </a:lnTo>
                <a:lnTo>
                  <a:pt x="1021753" y="1174191"/>
                </a:lnTo>
                <a:close/>
              </a:path>
              <a:path w="3512184" h="2060575">
                <a:moveTo>
                  <a:pt x="1714792" y="630339"/>
                </a:moveTo>
                <a:lnTo>
                  <a:pt x="1713725" y="621550"/>
                </a:lnTo>
                <a:lnTo>
                  <a:pt x="1507680" y="462089"/>
                </a:lnTo>
                <a:lnTo>
                  <a:pt x="1426502" y="399288"/>
                </a:lnTo>
                <a:lnTo>
                  <a:pt x="1425155" y="398157"/>
                </a:lnTo>
                <a:lnTo>
                  <a:pt x="1421053" y="396544"/>
                </a:lnTo>
                <a:lnTo>
                  <a:pt x="1418361" y="396303"/>
                </a:lnTo>
                <a:lnTo>
                  <a:pt x="1415986" y="396570"/>
                </a:lnTo>
                <a:lnTo>
                  <a:pt x="718781" y="493268"/>
                </a:lnTo>
                <a:lnTo>
                  <a:pt x="708609" y="469773"/>
                </a:lnTo>
                <a:lnTo>
                  <a:pt x="680885" y="438010"/>
                </a:lnTo>
                <a:lnTo>
                  <a:pt x="643331" y="415696"/>
                </a:lnTo>
                <a:lnTo>
                  <a:pt x="600735" y="406323"/>
                </a:lnTo>
                <a:lnTo>
                  <a:pt x="558787" y="410552"/>
                </a:lnTo>
                <a:lnTo>
                  <a:pt x="520446" y="427151"/>
                </a:lnTo>
                <a:lnTo>
                  <a:pt x="488619" y="454863"/>
                </a:lnTo>
                <a:lnTo>
                  <a:pt x="466267" y="492442"/>
                </a:lnTo>
                <a:lnTo>
                  <a:pt x="456882" y="535101"/>
                </a:lnTo>
                <a:lnTo>
                  <a:pt x="461137" y="577062"/>
                </a:lnTo>
                <a:lnTo>
                  <a:pt x="477748" y="615391"/>
                </a:lnTo>
                <a:lnTo>
                  <a:pt x="505460" y="647179"/>
                </a:lnTo>
                <a:lnTo>
                  <a:pt x="543013" y="669505"/>
                </a:lnTo>
                <a:lnTo>
                  <a:pt x="585673" y="678891"/>
                </a:lnTo>
                <a:lnTo>
                  <a:pt x="627634" y="674636"/>
                </a:lnTo>
                <a:lnTo>
                  <a:pt x="665962" y="658025"/>
                </a:lnTo>
                <a:lnTo>
                  <a:pt x="697750" y="630313"/>
                </a:lnTo>
                <a:lnTo>
                  <a:pt x="720077" y="592759"/>
                </a:lnTo>
                <a:lnTo>
                  <a:pt x="729475" y="550062"/>
                </a:lnTo>
                <a:lnTo>
                  <a:pt x="726478" y="520522"/>
                </a:lnTo>
                <a:lnTo>
                  <a:pt x="1413941" y="425030"/>
                </a:lnTo>
                <a:lnTo>
                  <a:pt x="1696504" y="643661"/>
                </a:lnTo>
                <a:lnTo>
                  <a:pt x="1705292" y="642594"/>
                </a:lnTo>
                <a:lnTo>
                  <a:pt x="1710093" y="636485"/>
                </a:lnTo>
                <a:lnTo>
                  <a:pt x="1714792" y="630339"/>
                </a:lnTo>
                <a:close/>
              </a:path>
              <a:path w="3512184" h="2060575">
                <a:moveTo>
                  <a:pt x="1740319" y="1442440"/>
                </a:moveTo>
                <a:lnTo>
                  <a:pt x="1739506" y="1434833"/>
                </a:lnTo>
                <a:lnTo>
                  <a:pt x="1738947" y="1429118"/>
                </a:lnTo>
                <a:lnTo>
                  <a:pt x="1738820" y="1429067"/>
                </a:lnTo>
                <a:lnTo>
                  <a:pt x="1735162" y="1424635"/>
                </a:lnTo>
                <a:lnTo>
                  <a:pt x="1729981" y="1422946"/>
                </a:lnTo>
                <a:lnTo>
                  <a:pt x="1728241" y="1422260"/>
                </a:lnTo>
                <a:lnTo>
                  <a:pt x="1725663" y="1422082"/>
                </a:lnTo>
                <a:lnTo>
                  <a:pt x="1723504" y="1422412"/>
                </a:lnTo>
                <a:lnTo>
                  <a:pt x="933627" y="1523885"/>
                </a:lnTo>
                <a:lnTo>
                  <a:pt x="915377" y="1469351"/>
                </a:lnTo>
                <a:lnTo>
                  <a:pt x="887666" y="1437551"/>
                </a:lnTo>
                <a:lnTo>
                  <a:pt x="850112" y="1415237"/>
                </a:lnTo>
                <a:lnTo>
                  <a:pt x="807453" y="1405851"/>
                </a:lnTo>
                <a:lnTo>
                  <a:pt x="765492" y="1410106"/>
                </a:lnTo>
                <a:lnTo>
                  <a:pt x="727163" y="1426718"/>
                </a:lnTo>
                <a:lnTo>
                  <a:pt x="695375" y="1454429"/>
                </a:lnTo>
                <a:lnTo>
                  <a:pt x="673049" y="1491970"/>
                </a:lnTo>
                <a:lnTo>
                  <a:pt x="663663" y="1534642"/>
                </a:lnTo>
                <a:lnTo>
                  <a:pt x="667918" y="1576603"/>
                </a:lnTo>
                <a:lnTo>
                  <a:pt x="684530" y="1614932"/>
                </a:lnTo>
                <a:lnTo>
                  <a:pt x="712254" y="1646720"/>
                </a:lnTo>
                <a:lnTo>
                  <a:pt x="749795" y="1669046"/>
                </a:lnTo>
                <a:lnTo>
                  <a:pt x="792454" y="1678419"/>
                </a:lnTo>
                <a:lnTo>
                  <a:pt x="834415" y="1674177"/>
                </a:lnTo>
                <a:lnTo>
                  <a:pt x="872744" y="1657565"/>
                </a:lnTo>
                <a:lnTo>
                  <a:pt x="904544" y="1629841"/>
                </a:lnTo>
                <a:lnTo>
                  <a:pt x="926858" y="1592300"/>
                </a:lnTo>
                <a:lnTo>
                  <a:pt x="935748" y="1551889"/>
                </a:lnTo>
                <a:lnTo>
                  <a:pt x="1727085" y="1450238"/>
                </a:lnTo>
                <a:lnTo>
                  <a:pt x="1734693" y="1449425"/>
                </a:lnTo>
                <a:lnTo>
                  <a:pt x="1740319" y="1442440"/>
                </a:lnTo>
                <a:close/>
              </a:path>
              <a:path w="3512184" h="2060575">
                <a:moveTo>
                  <a:pt x="2653334" y="1488122"/>
                </a:moveTo>
                <a:lnTo>
                  <a:pt x="2651912" y="1480515"/>
                </a:lnTo>
                <a:lnTo>
                  <a:pt x="2651023" y="1475498"/>
                </a:lnTo>
                <a:lnTo>
                  <a:pt x="2647480" y="1471472"/>
                </a:lnTo>
                <a:lnTo>
                  <a:pt x="2640228" y="1468958"/>
                </a:lnTo>
                <a:lnTo>
                  <a:pt x="2637523" y="1468843"/>
                </a:lnTo>
                <a:lnTo>
                  <a:pt x="2634932" y="1469377"/>
                </a:lnTo>
                <a:lnTo>
                  <a:pt x="2113115" y="1580007"/>
                </a:lnTo>
                <a:lnTo>
                  <a:pt x="2109152" y="1583690"/>
                </a:lnTo>
                <a:lnTo>
                  <a:pt x="2107488" y="1588897"/>
                </a:lnTo>
                <a:lnTo>
                  <a:pt x="2037740" y="1817268"/>
                </a:lnTo>
                <a:lnTo>
                  <a:pt x="1310055" y="1912924"/>
                </a:lnTo>
                <a:lnTo>
                  <a:pt x="1291082" y="1851088"/>
                </a:lnTo>
                <a:lnTo>
                  <a:pt x="1263357" y="1819300"/>
                </a:lnTo>
                <a:lnTo>
                  <a:pt x="1225816" y="1796973"/>
                </a:lnTo>
                <a:lnTo>
                  <a:pt x="1183157" y="1787601"/>
                </a:lnTo>
                <a:lnTo>
                  <a:pt x="1141196" y="1791855"/>
                </a:lnTo>
                <a:lnTo>
                  <a:pt x="1102868" y="1808467"/>
                </a:lnTo>
                <a:lnTo>
                  <a:pt x="1071067" y="1836178"/>
                </a:lnTo>
                <a:lnTo>
                  <a:pt x="1048753" y="1873719"/>
                </a:lnTo>
                <a:lnTo>
                  <a:pt x="1039368" y="1916391"/>
                </a:lnTo>
                <a:lnTo>
                  <a:pt x="1043622" y="1958340"/>
                </a:lnTo>
                <a:lnTo>
                  <a:pt x="1060234" y="1996681"/>
                </a:lnTo>
                <a:lnTo>
                  <a:pt x="1087945" y="2028469"/>
                </a:lnTo>
                <a:lnTo>
                  <a:pt x="1125499" y="2050796"/>
                </a:lnTo>
                <a:lnTo>
                  <a:pt x="1168158" y="2060168"/>
                </a:lnTo>
                <a:lnTo>
                  <a:pt x="1210119" y="2055926"/>
                </a:lnTo>
                <a:lnTo>
                  <a:pt x="1248448" y="2039302"/>
                </a:lnTo>
                <a:lnTo>
                  <a:pt x="1280236" y="2011591"/>
                </a:lnTo>
                <a:lnTo>
                  <a:pt x="1302562" y="1974049"/>
                </a:lnTo>
                <a:lnTo>
                  <a:pt x="1309751" y="1941309"/>
                </a:lnTo>
                <a:lnTo>
                  <a:pt x="2055672" y="1843239"/>
                </a:lnTo>
                <a:lnTo>
                  <a:pt x="2060181" y="1839404"/>
                </a:lnTo>
                <a:lnTo>
                  <a:pt x="2131936" y="1604645"/>
                </a:lnTo>
                <a:lnTo>
                  <a:pt x="2640673" y="1496860"/>
                </a:lnTo>
                <a:lnTo>
                  <a:pt x="2648280" y="1495450"/>
                </a:lnTo>
                <a:lnTo>
                  <a:pt x="2653334" y="1488122"/>
                </a:lnTo>
                <a:close/>
              </a:path>
              <a:path w="3512184" h="2060575">
                <a:moveTo>
                  <a:pt x="3511702" y="1208354"/>
                </a:moveTo>
                <a:lnTo>
                  <a:pt x="2940596" y="1315491"/>
                </a:lnTo>
                <a:lnTo>
                  <a:pt x="2776296" y="1207884"/>
                </a:lnTo>
                <a:lnTo>
                  <a:pt x="2657589" y="1130134"/>
                </a:lnTo>
                <a:lnTo>
                  <a:pt x="2654998" y="1128395"/>
                </a:lnTo>
                <a:lnTo>
                  <a:pt x="2651341" y="1127671"/>
                </a:lnTo>
                <a:lnTo>
                  <a:pt x="2342527" y="1185049"/>
                </a:lnTo>
                <a:lnTo>
                  <a:pt x="2250833" y="1203147"/>
                </a:lnTo>
                <a:lnTo>
                  <a:pt x="2210498" y="1211516"/>
                </a:lnTo>
                <a:lnTo>
                  <a:pt x="2191067" y="1215720"/>
                </a:lnTo>
                <a:lnTo>
                  <a:pt x="2191042" y="1215402"/>
                </a:lnTo>
                <a:lnTo>
                  <a:pt x="2174430" y="1177061"/>
                </a:lnTo>
                <a:lnTo>
                  <a:pt x="2146719" y="1145273"/>
                </a:lnTo>
                <a:lnTo>
                  <a:pt x="2109165" y="1122946"/>
                </a:lnTo>
                <a:lnTo>
                  <a:pt x="2066505" y="1113574"/>
                </a:lnTo>
                <a:lnTo>
                  <a:pt x="2024545" y="1117815"/>
                </a:lnTo>
                <a:lnTo>
                  <a:pt x="1986216" y="1134427"/>
                </a:lnTo>
                <a:lnTo>
                  <a:pt x="1954428" y="1162151"/>
                </a:lnTo>
                <a:lnTo>
                  <a:pt x="1932101" y="1199692"/>
                </a:lnTo>
                <a:lnTo>
                  <a:pt x="1922716" y="1242352"/>
                </a:lnTo>
                <a:lnTo>
                  <a:pt x="1926971" y="1284312"/>
                </a:lnTo>
                <a:lnTo>
                  <a:pt x="1943582" y="1322654"/>
                </a:lnTo>
                <a:lnTo>
                  <a:pt x="1971294" y="1354442"/>
                </a:lnTo>
                <a:lnTo>
                  <a:pt x="2008847" y="1376756"/>
                </a:lnTo>
                <a:lnTo>
                  <a:pt x="2051507" y="1386141"/>
                </a:lnTo>
                <a:lnTo>
                  <a:pt x="2093468" y="1381887"/>
                </a:lnTo>
                <a:lnTo>
                  <a:pt x="2131796" y="1365275"/>
                </a:lnTo>
                <a:lnTo>
                  <a:pt x="2163584" y="1337564"/>
                </a:lnTo>
                <a:lnTo>
                  <a:pt x="2185911" y="1300022"/>
                </a:lnTo>
                <a:lnTo>
                  <a:pt x="2195296" y="1257350"/>
                </a:lnTo>
                <a:lnTo>
                  <a:pt x="2193925" y="1243888"/>
                </a:lnTo>
                <a:lnTo>
                  <a:pt x="2216251" y="1238999"/>
                </a:lnTo>
                <a:lnTo>
                  <a:pt x="2256307" y="1230668"/>
                </a:lnTo>
                <a:lnTo>
                  <a:pt x="2395994" y="1203223"/>
                </a:lnTo>
                <a:lnTo>
                  <a:pt x="2647213" y="1156868"/>
                </a:lnTo>
                <a:lnTo>
                  <a:pt x="2929928" y="1341856"/>
                </a:lnTo>
                <a:lnTo>
                  <a:pt x="2932988" y="1343787"/>
                </a:lnTo>
                <a:lnTo>
                  <a:pt x="2936646" y="1344510"/>
                </a:lnTo>
                <a:lnTo>
                  <a:pt x="2989135" y="1334668"/>
                </a:lnTo>
                <a:lnTo>
                  <a:pt x="3309226" y="1274673"/>
                </a:lnTo>
                <a:lnTo>
                  <a:pt x="3393262" y="1550568"/>
                </a:lnTo>
                <a:lnTo>
                  <a:pt x="2733840" y="1758619"/>
                </a:lnTo>
                <a:lnTo>
                  <a:pt x="2725382" y="1739087"/>
                </a:lnTo>
                <a:lnTo>
                  <a:pt x="2697657" y="1707299"/>
                </a:lnTo>
                <a:lnTo>
                  <a:pt x="2660116" y="1684972"/>
                </a:lnTo>
                <a:lnTo>
                  <a:pt x="2617457" y="1675587"/>
                </a:lnTo>
                <a:lnTo>
                  <a:pt x="2575496" y="1679841"/>
                </a:lnTo>
                <a:lnTo>
                  <a:pt x="2537168" y="1696453"/>
                </a:lnTo>
                <a:lnTo>
                  <a:pt x="2505379" y="1724177"/>
                </a:lnTo>
                <a:lnTo>
                  <a:pt x="2483053" y="1761718"/>
                </a:lnTo>
                <a:lnTo>
                  <a:pt x="2473668" y="1804377"/>
                </a:lnTo>
                <a:lnTo>
                  <a:pt x="2477922" y="1846338"/>
                </a:lnTo>
                <a:lnTo>
                  <a:pt x="2494534" y="1884667"/>
                </a:lnTo>
                <a:lnTo>
                  <a:pt x="2522245" y="1916468"/>
                </a:lnTo>
                <a:lnTo>
                  <a:pt x="2559799" y="1938782"/>
                </a:lnTo>
                <a:lnTo>
                  <a:pt x="2602458" y="1948167"/>
                </a:lnTo>
                <a:lnTo>
                  <a:pt x="2644419" y="1943912"/>
                </a:lnTo>
                <a:lnTo>
                  <a:pt x="2682748" y="1927301"/>
                </a:lnTo>
                <a:lnTo>
                  <a:pt x="2714536" y="1899589"/>
                </a:lnTo>
                <a:lnTo>
                  <a:pt x="2736862" y="1862035"/>
                </a:lnTo>
                <a:lnTo>
                  <a:pt x="2746248" y="1819376"/>
                </a:lnTo>
                <a:lnTo>
                  <a:pt x="2742781" y="1785277"/>
                </a:lnTo>
                <a:lnTo>
                  <a:pt x="3414788" y="1573187"/>
                </a:lnTo>
                <a:lnTo>
                  <a:pt x="3422129" y="1570951"/>
                </a:lnTo>
                <a:lnTo>
                  <a:pt x="3426282" y="1563154"/>
                </a:lnTo>
                <a:lnTo>
                  <a:pt x="3424085" y="1555711"/>
                </a:lnTo>
                <a:lnTo>
                  <a:pt x="3342436" y="1287805"/>
                </a:lnTo>
                <a:lnTo>
                  <a:pt x="3336848" y="1269466"/>
                </a:lnTo>
                <a:lnTo>
                  <a:pt x="3511702" y="1236624"/>
                </a:lnTo>
                <a:lnTo>
                  <a:pt x="3511702" y="1208354"/>
                </a:lnTo>
                <a:close/>
              </a:path>
              <a:path w="3512184" h="2060575">
                <a:moveTo>
                  <a:pt x="3511702" y="775436"/>
                </a:moveTo>
                <a:lnTo>
                  <a:pt x="3162668" y="800201"/>
                </a:lnTo>
                <a:lnTo>
                  <a:pt x="2807284" y="611327"/>
                </a:lnTo>
                <a:lnTo>
                  <a:pt x="2583523" y="492417"/>
                </a:lnTo>
                <a:lnTo>
                  <a:pt x="2581160" y="491121"/>
                </a:lnTo>
                <a:lnTo>
                  <a:pt x="2579103" y="490664"/>
                </a:lnTo>
                <a:lnTo>
                  <a:pt x="2578658" y="490499"/>
                </a:lnTo>
                <a:lnTo>
                  <a:pt x="2172932" y="526567"/>
                </a:lnTo>
                <a:lnTo>
                  <a:pt x="2158695" y="493687"/>
                </a:lnTo>
                <a:lnTo>
                  <a:pt x="2130996" y="461911"/>
                </a:lnTo>
                <a:lnTo>
                  <a:pt x="2093455" y="439585"/>
                </a:lnTo>
                <a:lnTo>
                  <a:pt x="2050796" y="430212"/>
                </a:lnTo>
                <a:lnTo>
                  <a:pt x="2008835" y="434454"/>
                </a:lnTo>
                <a:lnTo>
                  <a:pt x="1970506" y="451078"/>
                </a:lnTo>
                <a:lnTo>
                  <a:pt x="1938718" y="478790"/>
                </a:lnTo>
                <a:lnTo>
                  <a:pt x="1916391" y="516331"/>
                </a:lnTo>
                <a:lnTo>
                  <a:pt x="1907006" y="558990"/>
                </a:lnTo>
                <a:lnTo>
                  <a:pt x="1911261" y="600951"/>
                </a:lnTo>
                <a:lnTo>
                  <a:pt x="1927872" y="639292"/>
                </a:lnTo>
                <a:lnTo>
                  <a:pt x="1955584" y="671080"/>
                </a:lnTo>
                <a:lnTo>
                  <a:pt x="1993138" y="693407"/>
                </a:lnTo>
                <a:lnTo>
                  <a:pt x="2035797" y="702779"/>
                </a:lnTo>
                <a:lnTo>
                  <a:pt x="2077758" y="698538"/>
                </a:lnTo>
                <a:lnTo>
                  <a:pt x="2116086" y="681913"/>
                </a:lnTo>
                <a:lnTo>
                  <a:pt x="2147874" y="654202"/>
                </a:lnTo>
                <a:lnTo>
                  <a:pt x="2170201" y="616661"/>
                </a:lnTo>
                <a:lnTo>
                  <a:pt x="2179548" y="573976"/>
                </a:lnTo>
                <a:lnTo>
                  <a:pt x="2177554" y="554342"/>
                </a:lnTo>
                <a:lnTo>
                  <a:pt x="2573934" y="519099"/>
                </a:lnTo>
                <a:lnTo>
                  <a:pt x="3114205" y="806132"/>
                </a:lnTo>
                <a:lnTo>
                  <a:pt x="3090087" y="808012"/>
                </a:lnTo>
                <a:lnTo>
                  <a:pt x="3040329" y="812634"/>
                </a:lnTo>
                <a:lnTo>
                  <a:pt x="2924708" y="825017"/>
                </a:lnTo>
                <a:lnTo>
                  <a:pt x="2882277" y="830008"/>
                </a:lnTo>
                <a:lnTo>
                  <a:pt x="2844406" y="808951"/>
                </a:lnTo>
                <a:lnTo>
                  <a:pt x="2652077" y="701979"/>
                </a:lnTo>
                <a:lnTo>
                  <a:pt x="2648801" y="701509"/>
                </a:lnTo>
                <a:lnTo>
                  <a:pt x="2645460" y="702106"/>
                </a:lnTo>
                <a:lnTo>
                  <a:pt x="1693011" y="891298"/>
                </a:lnTo>
                <a:lnTo>
                  <a:pt x="1562265" y="797674"/>
                </a:lnTo>
                <a:lnTo>
                  <a:pt x="1465427" y="728332"/>
                </a:lnTo>
                <a:lnTo>
                  <a:pt x="1462252" y="726008"/>
                </a:lnTo>
                <a:lnTo>
                  <a:pt x="1457655" y="725258"/>
                </a:lnTo>
                <a:lnTo>
                  <a:pt x="1131316" y="828078"/>
                </a:lnTo>
                <a:lnTo>
                  <a:pt x="1130477" y="828319"/>
                </a:lnTo>
                <a:lnTo>
                  <a:pt x="1115758" y="794334"/>
                </a:lnTo>
                <a:lnTo>
                  <a:pt x="1088047" y="762533"/>
                </a:lnTo>
                <a:lnTo>
                  <a:pt x="1050493" y="740219"/>
                </a:lnTo>
                <a:lnTo>
                  <a:pt x="1007833" y="730834"/>
                </a:lnTo>
                <a:lnTo>
                  <a:pt x="965873" y="735088"/>
                </a:lnTo>
                <a:lnTo>
                  <a:pt x="927544" y="751700"/>
                </a:lnTo>
                <a:lnTo>
                  <a:pt x="895756" y="779411"/>
                </a:lnTo>
                <a:lnTo>
                  <a:pt x="873429" y="816952"/>
                </a:lnTo>
                <a:lnTo>
                  <a:pt x="864044" y="859624"/>
                </a:lnTo>
                <a:lnTo>
                  <a:pt x="868299" y="901585"/>
                </a:lnTo>
                <a:lnTo>
                  <a:pt x="884910" y="939914"/>
                </a:lnTo>
                <a:lnTo>
                  <a:pt x="912622" y="971702"/>
                </a:lnTo>
                <a:lnTo>
                  <a:pt x="950175" y="994029"/>
                </a:lnTo>
                <a:lnTo>
                  <a:pt x="992835" y="1003401"/>
                </a:lnTo>
                <a:lnTo>
                  <a:pt x="1034796" y="999159"/>
                </a:lnTo>
                <a:lnTo>
                  <a:pt x="1073124" y="982548"/>
                </a:lnTo>
                <a:lnTo>
                  <a:pt x="1104912" y="954824"/>
                </a:lnTo>
                <a:lnTo>
                  <a:pt x="1127239" y="917282"/>
                </a:lnTo>
                <a:lnTo>
                  <a:pt x="1136624" y="874623"/>
                </a:lnTo>
                <a:lnTo>
                  <a:pt x="1134745" y="856119"/>
                </a:lnTo>
                <a:lnTo>
                  <a:pt x="1139380" y="854811"/>
                </a:lnTo>
                <a:lnTo>
                  <a:pt x="1139672" y="854684"/>
                </a:lnTo>
                <a:lnTo>
                  <a:pt x="1455089" y="755319"/>
                </a:lnTo>
                <a:lnTo>
                  <a:pt x="1681594" y="917498"/>
                </a:lnTo>
                <a:lnTo>
                  <a:pt x="1684731" y="919810"/>
                </a:lnTo>
                <a:lnTo>
                  <a:pt x="1688706" y="920661"/>
                </a:lnTo>
                <a:lnTo>
                  <a:pt x="1692579" y="919924"/>
                </a:lnTo>
                <a:lnTo>
                  <a:pt x="1741055" y="910285"/>
                </a:lnTo>
                <a:lnTo>
                  <a:pt x="2645841" y="730453"/>
                </a:lnTo>
                <a:lnTo>
                  <a:pt x="2871736" y="856195"/>
                </a:lnTo>
                <a:lnTo>
                  <a:pt x="2875000" y="858075"/>
                </a:lnTo>
                <a:lnTo>
                  <a:pt x="2877997" y="858672"/>
                </a:lnTo>
                <a:lnTo>
                  <a:pt x="2937306" y="851763"/>
                </a:lnTo>
                <a:lnTo>
                  <a:pt x="3017164" y="843051"/>
                </a:lnTo>
                <a:lnTo>
                  <a:pt x="3092424" y="835850"/>
                </a:lnTo>
                <a:lnTo>
                  <a:pt x="3133407" y="832967"/>
                </a:lnTo>
                <a:lnTo>
                  <a:pt x="3156547" y="832307"/>
                </a:lnTo>
                <a:lnTo>
                  <a:pt x="3158858" y="832510"/>
                </a:lnTo>
                <a:lnTo>
                  <a:pt x="3161322" y="832650"/>
                </a:lnTo>
                <a:lnTo>
                  <a:pt x="3167024" y="834898"/>
                </a:lnTo>
                <a:lnTo>
                  <a:pt x="3173806" y="832802"/>
                </a:lnTo>
                <a:lnTo>
                  <a:pt x="3177514" y="827341"/>
                </a:lnTo>
                <a:lnTo>
                  <a:pt x="3223133" y="824103"/>
                </a:lnTo>
                <a:lnTo>
                  <a:pt x="3511702" y="803605"/>
                </a:lnTo>
                <a:lnTo>
                  <a:pt x="3511702" y="775436"/>
                </a:lnTo>
                <a:close/>
              </a:path>
              <a:path w="3512184" h="2060575">
                <a:moveTo>
                  <a:pt x="3511702" y="322554"/>
                </a:moveTo>
                <a:lnTo>
                  <a:pt x="3309328" y="340893"/>
                </a:lnTo>
                <a:lnTo>
                  <a:pt x="3102673" y="117614"/>
                </a:lnTo>
                <a:lnTo>
                  <a:pt x="3058553" y="69951"/>
                </a:lnTo>
                <a:lnTo>
                  <a:pt x="3055734" y="66802"/>
                </a:lnTo>
                <a:lnTo>
                  <a:pt x="3051594" y="65163"/>
                </a:lnTo>
                <a:lnTo>
                  <a:pt x="2531707" y="97815"/>
                </a:lnTo>
                <a:lnTo>
                  <a:pt x="2516848" y="63500"/>
                </a:lnTo>
                <a:lnTo>
                  <a:pt x="2489123" y="31711"/>
                </a:lnTo>
                <a:lnTo>
                  <a:pt x="2451582" y="9385"/>
                </a:lnTo>
                <a:lnTo>
                  <a:pt x="2408923" y="0"/>
                </a:lnTo>
                <a:lnTo>
                  <a:pt x="2366962" y="4254"/>
                </a:lnTo>
                <a:lnTo>
                  <a:pt x="2328634" y="20866"/>
                </a:lnTo>
                <a:lnTo>
                  <a:pt x="2296833" y="48577"/>
                </a:lnTo>
                <a:lnTo>
                  <a:pt x="2274519" y="86131"/>
                </a:lnTo>
                <a:lnTo>
                  <a:pt x="2265134" y="128790"/>
                </a:lnTo>
                <a:lnTo>
                  <a:pt x="2269388" y="170751"/>
                </a:lnTo>
                <a:lnTo>
                  <a:pt x="2286000" y="209080"/>
                </a:lnTo>
                <a:lnTo>
                  <a:pt x="2313711" y="240868"/>
                </a:lnTo>
                <a:lnTo>
                  <a:pt x="2351265" y="263194"/>
                </a:lnTo>
                <a:lnTo>
                  <a:pt x="2393924" y="272580"/>
                </a:lnTo>
                <a:lnTo>
                  <a:pt x="2435885" y="268325"/>
                </a:lnTo>
                <a:lnTo>
                  <a:pt x="2474214" y="251714"/>
                </a:lnTo>
                <a:lnTo>
                  <a:pt x="2506002" y="224002"/>
                </a:lnTo>
                <a:lnTo>
                  <a:pt x="2528328" y="186448"/>
                </a:lnTo>
                <a:lnTo>
                  <a:pt x="2537714" y="143789"/>
                </a:lnTo>
                <a:lnTo>
                  <a:pt x="2535859" y="125615"/>
                </a:lnTo>
                <a:lnTo>
                  <a:pt x="3042539" y="93853"/>
                </a:lnTo>
                <a:lnTo>
                  <a:pt x="3296399" y="368173"/>
                </a:lnTo>
                <a:lnTo>
                  <a:pt x="3300742" y="369887"/>
                </a:lnTo>
                <a:lnTo>
                  <a:pt x="3305086" y="369455"/>
                </a:lnTo>
                <a:lnTo>
                  <a:pt x="3367303" y="363816"/>
                </a:lnTo>
                <a:lnTo>
                  <a:pt x="3511702" y="350710"/>
                </a:lnTo>
                <a:lnTo>
                  <a:pt x="3511702" y="3225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272052"/>
            <a:ext cx="5196840" cy="1721485"/>
          </a:xfrm>
          <a:custGeom>
            <a:avLst/>
            <a:gdLst/>
            <a:ahLst/>
            <a:cxnLst/>
            <a:rect l="l" t="t" r="r" b="b"/>
            <a:pathLst>
              <a:path w="5196840" h="1721484">
                <a:moveTo>
                  <a:pt x="2850108" y="1033616"/>
                </a:moveTo>
                <a:lnTo>
                  <a:pt x="2714034" y="1033616"/>
                </a:lnTo>
                <a:lnTo>
                  <a:pt x="2723418" y="1012418"/>
                </a:lnTo>
                <a:lnTo>
                  <a:pt x="2738926" y="995546"/>
                </a:lnTo>
                <a:lnTo>
                  <a:pt x="2759159" y="984397"/>
                </a:lnTo>
                <a:lnTo>
                  <a:pt x="2782721" y="980371"/>
                </a:lnTo>
                <a:lnTo>
                  <a:pt x="2810286" y="985973"/>
                </a:lnTo>
                <a:lnTo>
                  <a:pt x="2832860" y="1001225"/>
                </a:lnTo>
                <a:lnTo>
                  <a:pt x="2848113" y="1023799"/>
                </a:lnTo>
                <a:lnTo>
                  <a:pt x="2850036" y="1033262"/>
                </a:lnTo>
                <a:lnTo>
                  <a:pt x="2850108" y="1033616"/>
                </a:lnTo>
                <a:close/>
              </a:path>
              <a:path w="5196840" h="1721484">
                <a:moveTo>
                  <a:pt x="211490" y="1721372"/>
                </a:moveTo>
                <a:lnTo>
                  <a:pt x="0" y="1721372"/>
                </a:lnTo>
                <a:lnTo>
                  <a:pt x="0" y="1685875"/>
                </a:lnTo>
                <a:lnTo>
                  <a:pt x="198356" y="1685875"/>
                </a:lnTo>
                <a:lnTo>
                  <a:pt x="846356" y="1037876"/>
                </a:lnTo>
                <a:lnTo>
                  <a:pt x="847243" y="1037166"/>
                </a:lnTo>
                <a:lnTo>
                  <a:pt x="848308" y="1036456"/>
                </a:lnTo>
                <a:lnTo>
                  <a:pt x="852213" y="1033971"/>
                </a:lnTo>
                <a:lnTo>
                  <a:pt x="856295" y="1033262"/>
                </a:lnTo>
                <a:lnTo>
                  <a:pt x="860022" y="1033616"/>
                </a:lnTo>
                <a:lnTo>
                  <a:pt x="2850108" y="1033616"/>
                </a:lnTo>
                <a:lnTo>
                  <a:pt x="2853715" y="1051365"/>
                </a:lnTo>
                <a:lnTo>
                  <a:pt x="2850108" y="1069113"/>
                </a:lnTo>
                <a:lnTo>
                  <a:pt x="865346" y="1069113"/>
                </a:lnTo>
                <a:lnTo>
                  <a:pt x="219122" y="1715338"/>
                </a:lnTo>
                <a:lnTo>
                  <a:pt x="216105" y="1718887"/>
                </a:lnTo>
                <a:lnTo>
                  <a:pt x="211490" y="1721372"/>
                </a:lnTo>
                <a:close/>
              </a:path>
              <a:path w="5196840" h="1721484">
                <a:moveTo>
                  <a:pt x="2782721" y="1122359"/>
                </a:moveTo>
                <a:lnTo>
                  <a:pt x="2759259" y="1118332"/>
                </a:lnTo>
                <a:lnTo>
                  <a:pt x="2739059" y="1107184"/>
                </a:lnTo>
                <a:lnTo>
                  <a:pt x="2723518" y="1090312"/>
                </a:lnTo>
                <a:lnTo>
                  <a:pt x="2714034" y="1069113"/>
                </a:lnTo>
                <a:lnTo>
                  <a:pt x="2850108" y="1069113"/>
                </a:lnTo>
                <a:lnTo>
                  <a:pt x="2848113" y="1078931"/>
                </a:lnTo>
                <a:lnTo>
                  <a:pt x="2832860" y="1101505"/>
                </a:lnTo>
                <a:lnTo>
                  <a:pt x="2810286" y="1116757"/>
                </a:lnTo>
                <a:lnTo>
                  <a:pt x="2782721" y="1122359"/>
                </a:lnTo>
                <a:close/>
              </a:path>
              <a:path w="5196840" h="1721484">
                <a:moveTo>
                  <a:pt x="1021711" y="1481944"/>
                </a:moveTo>
                <a:lnTo>
                  <a:pt x="981014" y="1473694"/>
                </a:lnTo>
                <a:lnTo>
                  <a:pt x="947722" y="1451217"/>
                </a:lnTo>
                <a:lnTo>
                  <a:pt x="925245" y="1417925"/>
                </a:lnTo>
                <a:lnTo>
                  <a:pt x="916995" y="1377228"/>
                </a:lnTo>
                <a:lnTo>
                  <a:pt x="925245" y="1336531"/>
                </a:lnTo>
                <a:lnTo>
                  <a:pt x="947722" y="1303239"/>
                </a:lnTo>
                <a:lnTo>
                  <a:pt x="981014" y="1280762"/>
                </a:lnTo>
                <a:lnTo>
                  <a:pt x="1021711" y="1272511"/>
                </a:lnTo>
                <a:lnTo>
                  <a:pt x="1058517" y="1279187"/>
                </a:lnTo>
                <a:lnTo>
                  <a:pt x="1089599" y="1297559"/>
                </a:lnTo>
                <a:lnTo>
                  <a:pt x="1112561" y="1325150"/>
                </a:lnTo>
                <a:lnTo>
                  <a:pt x="1125008" y="1359479"/>
                </a:lnTo>
                <a:lnTo>
                  <a:pt x="5193092" y="1359479"/>
                </a:lnTo>
                <a:lnTo>
                  <a:pt x="5196699" y="1377228"/>
                </a:lnTo>
                <a:lnTo>
                  <a:pt x="5193092" y="1394976"/>
                </a:lnTo>
                <a:lnTo>
                  <a:pt x="1125008" y="1394976"/>
                </a:lnTo>
                <a:lnTo>
                  <a:pt x="1112537" y="1429381"/>
                </a:lnTo>
                <a:lnTo>
                  <a:pt x="1089533" y="1456963"/>
                </a:lnTo>
                <a:lnTo>
                  <a:pt x="1058442" y="1475294"/>
                </a:lnTo>
                <a:lnTo>
                  <a:pt x="1021711" y="1481944"/>
                </a:lnTo>
                <a:close/>
              </a:path>
              <a:path w="5196840" h="1721484">
                <a:moveTo>
                  <a:pt x="5193092" y="1359479"/>
                </a:moveTo>
                <a:lnTo>
                  <a:pt x="5057018" y="1359479"/>
                </a:lnTo>
                <a:lnTo>
                  <a:pt x="5066403" y="1338281"/>
                </a:lnTo>
                <a:lnTo>
                  <a:pt x="5081911" y="1321409"/>
                </a:lnTo>
                <a:lnTo>
                  <a:pt x="5102144" y="1310260"/>
                </a:lnTo>
                <a:lnTo>
                  <a:pt x="5125705" y="1306234"/>
                </a:lnTo>
                <a:lnTo>
                  <a:pt x="5153271" y="1311836"/>
                </a:lnTo>
                <a:lnTo>
                  <a:pt x="5175845" y="1327088"/>
                </a:lnTo>
                <a:lnTo>
                  <a:pt x="5191097" y="1349662"/>
                </a:lnTo>
                <a:lnTo>
                  <a:pt x="5193092" y="1359479"/>
                </a:lnTo>
                <a:close/>
              </a:path>
              <a:path w="5196840" h="1721484">
                <a:moveTo>
                  <a:pt x="5125705" y="1448222"/>
                </a:moveTo>
                <a:lnTo>
                  <a:pt x="5102244" y="1444195"/>
                </a:lnTo>
                <a:lnTo>
                  <a:pt x="5082044" y="1433047"/>
                </a:lnTo>
                <a:lnTo>
                  <a:pt x="5066503" y="1416175"/>
                </a:lnTo>
                <a:lnTo>
                  <a:pt x="5057018" y="1394976"/>
                </a:lnTo>
                <a:lnTo>
                  <a:pt x="5193092" y="1394976"/>
                </a:lnTo>
                <a:lnTo>
                  <a:pt x="5191097" y="1404794"/>
                </a:lnTo>
                <a:lnTo>
                  <a:pt x="5175845" y="1427368"/>
                </a:lnTo>
                <a:lnTo>
                  <a:pt x="5153271" y="1442620"/>
                </a:lnTo>
                <a:lnTo>
                  <a:pt x="5125705" y="1448222"/>
                </a:lnTo>
                <a:close/>
              </a:path>
              <a:path w="5196840" h="1721484">
                <a:moveTo>
                  <a:pt x="2699634" y="86199"/>
                </a:moveTo>
                <a:lnTo>
                  <a:pt x="2493420" y="86199"/>
                </a:lnTo>
                <a:lnTo>
                  <a:pt x="2499604" y="64668"/>
                </a:lnTo>
                <a:lnTo>
                  <a:pt x="2510281" y="44801"/>
                </a:lnTo>
                <a:lnTo>
                  <a:pt x="2525217" y="27396"/>
                </a:lnTo>
                <a:lnTo>
                  <a:pt x="2544181" y="13253"/>
                </a:lnTo>
                <a:lnTo>
                  <a:pt x="2583679" y="0"/>
                </a:lnTo>
                <a:lnTo>
                  <a:pt x="2623628" y="2803"/>
                </a:lnTo>
                <a:lnTo>
                  <a:pt x="2659615" y="20416"/>
                </a:lnTo>
                <a:lnTo>
                  <a:pt x="2687234" y="51590"/>
                </a:lnTo>
                <a:lnTo>
                  <a:pt x="2699634" y="86199"/>
                </a:lnTo>
                <a:close/>
              </a:path>
              <a:path w="5196840" h="1721484">
                <a:moveTo>
                  <a:pt x="944621" y="426439"/>
                </a:moveTo>
                <a:lnTo>
                  <a:pt x="903683" y="426439"/>
                </a:lnTo>
                <a:lnTo>
                  <a:pt x="1095013" y="95073"/>
                </a:lnTo>
                <a:lnTo>
                  <a:pt x="1095545" y="93831"/>
                </a:lnTo>
                <a:lnTo>
                  <a:pt x="1096433" y="92766"/>
                </a:lnTo>
                <a:lnTo>
                  <a:pt x="1097320" y="91879"/>
                </a:lnTo>
                <a:lnTo>
                  <a:pt x="1101580" y="87441"/>
                </a:lnTo>
                <a:lnTo>
                  <a:pt x="1106727" y="85667"/>
                </a:lnTo>
                <a:lnTo>
                  <a:pt x="1111696" y="86199"/>
                </a:lnTo>
                <a:lnTo>
                  <a:pt x="2699634" y="86199"/>
                </a:lnTo>
                <a:lnTo>
                  <a:pt x="2699863" y="86837"/>
                </a:lnTo>
                <a:lnTo>
                  <a:pt x="2699491" y="121874"/>
                </a:lnTo>
                <a:lnTo>
                  <a:pt x="1120570" y="121874"/>
                </a:lnTo>
                <a:lnTo>
                  <a:pt x="944621" y="426439"/>
                </a:lnTo>
                <a:close/>
              </a:path>
              <a:path w="5196840" h="1721484">
                <a:moveTo>
                  <a:pt x="2596768" y="208772"/>
                </a:moveTo>
                <a:lnTo>
                  <a:pt x="2530139" y="185028"/>
                </a:lnTo>
                <a:lnTo>
                  <a:pt x="2501453" y="148105"/>
                </a:lnTo>
                <a:lnTo>
                  <a:pt x="2493242" y="121874"/>
                </a:lnTo>
                <a:lnTo>
                  <a:pt x="2699491" y="121874"/>
                </a:lnTo>
                <a:lnTo>
                  <a:pt x="2699480" y="122850"/>
                </a:lnTo>
                <a:lnTo>
                  <a:pt x="2686984" y="156467"/>
                </a:lnTo>
                <a:lnTo>
                  <a:pt x="2663273" y="184526"/>
                </a:lnTo>
                <a:lnTo>
                  <a:pt x="2673522" y="202275"/>
                </a:lnTo>
                <a:lnTo>
                  <a:pt x="2632745" y="202275"/>
                </a:lnTo>
                <a:lnTo>
                  <a:pt x="2596768" y="208772"/>
                </a:lnTo>
                <a:close/>
              </a:path>
              <a:path w="5196840" h="1721484">
                <a:moveTo>
                  <a:pt x="3938150" y="708462"/>
                </a:moveTo>
                <a:lnTo>
                  <a:pt x="3914688" y="704436"/>
                </a:lnTo>
                <a:lnTo>
                  <a:pt x="3894488" y="693288"/>
                </a:lnTo>
                <a:lnTo>
                  <a:pt x="3878947" y="676415"/>
                </a:lnTo>
                <a:lnTo>
                  <a:pt x="3869463" y="655217"/>
                </a:lnTo>
                <a:lnTo>
                  <a:pt x="2898441" y="655217"/>
                </a:lnTo>
                <a:lnTo>
                  <a:pt x="2892406" y="652555"/>
                </a:lnTo>
                <a:lnTo>
                  <a:pt x="2889034" y="646343"/>
                </a:lnTo>
                <a:lnTo>
                  <a:pt x="2632745" y="202275"/>
                </a:lnTo>
                <a:lnTo>
                  <a:pt x="2673522" y="202275"/>
                </a:lnTo>
                <a:lnTo>
                  <a:pt x="2914592" y="619720"/>
                </a:lnTo>
                <a:lnTo>
                  <a:pt x="4005537" y="619720"/>
                </a:lnTo>
                <a:lnTo>
                  <a:pt x="4009144" y="637468"/>
                </a:lnTo>
                <a:lnTo>
                  <a:pt x="4003542" y="665034"/>
                </a:lnTo>
                <a:lnTo>
                  <a:pt x="3988289" y="687608"/>
                </a:lnTo>
                <a:lnTo>
                  <a:pt x="3965716" y="702861"/>
                </a:lnTo>
                <a:lnTo>
                  <a:pt x="3938150" y="708462"/>
                </a:lnTo>
                <a:close/>
              </a:path>
              <a:path w="5196840" h="1721484">
                <a:moveTo>
                  <a:pt x="0" y="507288"/>
                </a:moveTo>
                <a:lnTo>
                  <a:pt x="0" y="456894"/>
                </a:lnTo>
                <a:lnTo>
                  <a:pt x="26196" y="430698"/>
                </a:lnTo>
                <a:lnTo>
                  <a:pt x="27083" y="429988"/>
                </a:lnTo>
                <a:lnTo>
                  <a:pt x="28148" y="429278"/>
                </a:lnTo>
                <a:lnTo>
                  <a:pt x="32230" y="426793"/>
                </a:lnTo>
                <a:lnTo>
                  <a:pt x="36312" y="426084"/>
                </a:lnTo>
                <a:lnTo>
                  <a:pt x="40039" y="426439"/>
                </a:lnTo>
                <a:lnTo>
                  <a:pt x="944621" y="426439"/>
                </a:lnTo>
                <a:lnTo>
                  <a:pt x="929241" y="453061"/>
                </a:lnTo>
                <a:lnTo>
                  <a:pt x="926402" y="458209"/>
                </a:lnTo>
                <a:lnTo>
                  <a:pt x="921254" y="461936"/>
                </a:lnTo>
                <a:lnTo>
                  <a:pt x="45364" y="461936"/>
                </a:lnTo>
                <a:lnTo>
                  <a:pt x="0" y="507288"/>
                </a:lnTo>
                <a:close/>
              </a:path>
              <a:path w="5196840" h="1721484">
                <a:moveTo>
                  <a:pt x="4005537" y="619720"/>
                </a:moveTo>
                <a:lnTo>
                  <a:pt x="3869463" y="619720"/>
                </a:lnTo>
                <a:lnTo>
                  <a:pt x="3878848" y="598521"/>
                </a:lnTo>
                <a:lnTo>
                  <a:pt x="3894355" y="581649"/>
                </a:lnTo>
                <a:lnTo>
                  <a:pt x="3914589" y="570501"/>
                </a:lnTo>
                <a:lnTo>
                  <a:pt x="3938150" y="566474"/>
                </a:lnTo>
                <a:lnTo>
                  <a:pt x="3965716" y="572076"/>
                </a:lnTo>
                <a:lnTo>
                  <a:pt x="3988289" y="587329"/>
                </a:lnTo>
                <a:lnTo>
                  <a:pt x="4003542" y="609903"/>
                </a:lnTo>
                <a:lnTo>
                  <a:pt x="4005537" y="619720"/>
                </a:lnTo>
                <a:close/>
              </a:path>
              <a:path w="5196840" h="1721484">
                <a:moveTo>
                  <a:pt x="0" y="938768"/>
                </a:moveTo>
                <a:lnTo>
                  <a:pt x="0" y="888184"/>
                </a:lnTo>
                <a:lnTo>
                  <a:pt x="132332" y="755851"/>
                </a:lnTo>
                <a:lnTo>
                  <a:pt x="136769" y="753899"/>
                </a:lnTo>
                <a:lnTo>
                  <a:pt x="1550795" y="753899"/>
                </a:lnTo>
                <a:lnTo>
                  <a:pt x="1563266" y="719495"/>
                </a:lnTo>
                <a:lnTo>
                  <a:pt x="1586270" y="691913"/>
                </a:lnTo>
                <a:lnTo>
                  <a:pt x="1617361" y="673582"/>
                </a:lnTo>
                <a:lnTo>
                  <a:pt x="1654092" y="666932"/>
                </a:lnTo>
                <a:lnTo>
                  <a:pt x="1694789" y="675182"/>
                </a:lnTo>
                <a:lnTo>
                  <a:pt x="1728081" y="697659"/>
                </a:lnTo>
                <a:lnTo>
                  <a:pt x="1750558" y="730951"/>
                </a:lnTo>
                <a:lnTo>
                  <a:pt x="1758808" y="771648"/>
                </a:lnTo>
                <a:lnTo>
                  <a:pt x="1755210" y="789396"/>
                </a:lnTo>
                <a:lnTo>
                  <a:pt x="149371" y="789396"/>
                </a:lnTo>
                <a:lnTo>
                  <a:pt x="0" y="938768"/>
                </a:lnTo>
                <a:close/>
              </a:path>
              <a:path w="5196840" h="1721484">
                <a:moveTo>
                  <a:pt x="1654092" y="876364"/>
                </a:moveTo>
                <a:lnTo>
                  <a:pt x="1617363" y="869714"/>
                </a:lnTo>
                <a:lnTo>
                  <a:pt x="1586292" y="851383"/>
                </a:lnTo>
                <a:lnTo>
                  <a:pt x="1563341" y="823801"/>
                </a:lnTo>
                <a:lnTo>
                  <a:pt x="1550973" y="789396"/>
                </a:lnTo>
                <a:lnTo>
                  <a:pt x="1755210" y="789396"/>
                </a:lnTo>
                <a:lnTo>
                  <a:pt x="1750558" y="812345"/>
                </a:lnTo>
                <a:lnTo>
                  <a:pt x="1728081" y="845637"/>
                </a:lnTo>
                <a:lnTo>
                  <a:pt x="1694789" y="868114"/>
                </a:lnTo>
                <a:lnTo>
                  <a:pt x="1654092" y="8763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33400" y="658496"/>
            <a:ext cx="185166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spc="-10" dirty="0"/>
              <a:t>TECHNICAL APPROCH AND COMPONENT USED</a:t>
            </a:r>
            <a:endParaRPr sz="5400" spc="-10" dirty="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1771876"/>
            <a:ext cx="3790949" cy="2000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E21C71-E6D6-A77E-29BD-8E906454E335}"/>
              </a:ext>
            </a:extLst>
          </p:cNvPr>
          <p:cNvSpPr/>
          <p:nvPr/>
        </p:nvSpPr>
        <p:spPr>
          <a:xfrm>
            <a:off x="361124" y="3205624"/>
            <a:ext cx="8208555" cy="387575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BDC76-CA54-F6E5-EF8B-E64B621629F0}"/>
              </a:ext>
            </a:extLst>
          </p:cNvPr>
          <p:cNvSpPr/>
          <p:nvPr/>
        </p:nvSpPr>
        <p:spPr>
          <a:xfrm>
            <a:off x="9452335" y="3205624"/>
            <a:ext cx="8445044" cy="387575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50B43-D796-F701-2D4D-02B6D9C0D712}"/>
              </a:ext>
            </a:extLst>
          </p:cNvPr>
          <p:cNvSpPr txBox="1"/>
          <p:nvPr/>
        </p:nvSpPr>
        <p:spPr>
          <a:xfrm>
            <a:off x="663420" y="3424687"/>
            <a:ext cx="7606846" cy="2769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2600" b="1" i="0" u="none" dirty="0">
                <a:solidFill>
                  <a:schemeClr val="tx1"/>
                </a:solidFill>
                <a:latin typeface="Plus Jakarta Sans"/>
              </a:rPr>
              <a:t>Hardware Stack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Microcontroller:</a:t>
            </a: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IN" sz="2600" b="0" i="0" u="none" dirty="0">
                <a:solidFill>
                  <a:srgbClr val="00B0F0"/>
                </a:solidFill>
                <a:latin typeface="Inter"/>
              </a:rPr>
              <a:t>ESP32 / Node MCU Wi-Fi Module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Current , Voltage &amp; power</a:t>
            </a:r>
            <a:r>
              <a:rPr lang="en-IN" sz="2600" b="1" i="0" u="none" dirty="0">
                <a:solidFill>
                  <a:srgbClr val="00B0F0"/>
                </a:solidFill>
                <a:latin typeface="Inter"/>
              </a:rPr>
              <a:t>:  </a:t>
            </a:r>
            <a:r>
              <a:rPr lang="en-IN" sz="2600" i="0" u="none" dirty="0">
                <a:solidFill>
                  <a:srgbClr val="00B0F0"/>
                </a:solidFill>
                <a:latin typeface="Inter"/>
              </a:rPr>
              <a:t>PZEM-004T</a:t>
            </a:r>
            <a:r>
              <a:rPr lang="en-IN" sz="2600" b="0" i="0" u="none" dirty="0">
                <a:solidFill>
                  <a:srgbClr val="00B0F0"/>
                </a:solidFill>
                <a:latin typeface="Inter"/>
              </a:rPr>
              <a:t>  Module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Tamper Security</a:t>
            </a:r>
            <a:r>
              <a:rPr lang="en-US" sz="2600" b="1" i="0" u="none" dirty="0">
                <a:solidFill>
                  <a:srgbClr val="C00000"/>
                </a:solidFill>
                <a:latin typeface="Inter"/>
              </a:rPr>
              <a:t>:</a:t>
            </a:r>
            <a:r>
              <a:rPr lang="en-US" sz="2600" b="0" i="0" u="none" dirty="0">
                <a:solidFill>
                  <a:srgbClr val="C0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00B0F0"/>
                </a:solidFill>
                <a:latin typeface="Inter"/>
              </a:rPr>
              <a:t>Limit switches &amp; magnetic sensors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Actuator:</a:t>
            </a: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00B0F0"/>
                </a:solidFill>
                <a:latin typeface="Inter"/>
              </a:rPr>
              <a:t>5V Relay module for automated cutoff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69676-755D-7C79-4C20-639920D5FBD8}"/>
              </a:ext>
            </a:extLst>
          </p:cNvPr>
          <p:cNvSpPr txBox="1"/>
          <p:nvPr/>
        </p:nvSpPr>
        <p:spPr>
          <a:xfrm>
            <a:off x="9791700" y="3424687"/>
            <a:ext cx="7616677" cy="2769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2600" b="1" i="0" u="none" dirty="0">
                <a:solidFill>
                  <a:schemeClr val="tx1"/>
                </a:solidFill>
                <a:latin typeface="Plus Jakarta Sans"/>
              </a:rPr>
              <a:t>Software &amp; Cloud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Firmware:</a:t>
            </a: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IN" sz="2600" b="0" i="0" u="none" dirty="0">
                <a:solidFill>
                  <a:srgbClr val="00B0F0"/>
                </a:solidFill>
                <a:latin typeface="Inter"/>
              </a:rPr>
              <a:t>Embedded C++ (Arduino IDE)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Backend/Cloud</a:t>
            </a:r>
            <a:r>
              <a:rPr lang="en-US" sz="2600" b="1" i="0" u="none" dirty="0">
                <a:solidFill>
                  <a:srgbClr val="00B0F0"/>
                </a:solidFill>
                <a:latin typeface="Inter"/>
              </a:rPr>
              <a:t>:</a:t>
            </a:r>
            <a:r>
              <a:rPr lang="en-US" sz="2600" b="0" i="0" u="none" dirty="0">
                <a:solidFill>
                  <a:srgbClr val="00B0F0"/>
                </a:solidFill>
                <a:latin typeface="Inter"/>
              </a:rPr>
              <a:t> Firebase Realtime DB / Node-RED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Frontend UI:</a:t>
            </a: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IN" sz="2600" b="0" i="0" u="none" dirty="0">
                <a:solidFill>
                  <a:srgbClr val="00B0F0"/>
                </a:solidFill>
                <a:latin typeface="Inter"/>
              </a:rPr>
              <a:t>HTML5, CSS3, JavaScript Web Dashboard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Communication Protocol:</a:t>
            </a: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IN" sz="2600" b="0" i="0" u="none" dirty="0">
                <a:solidFill>
                  <a:srgbClr val="00B0F0"/>
                </a:solidFill>
                <a:latin typeface="Inter"/>
              </a:rPr>
              <a:t>MQTT / HTTP REST APIs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E736-A259-3984-CC5D-F3CE4A42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0A6FE96-789A-5F28-59BF-C5815CFF6B8A}"/>
              </a:ext>
            </a:extLst>
          </p:cNvPr>
          <p:cNvGrpSpPr/>
          <p:nvPr/>
        </p:nvGrpSpPr>
        <p:grpSpPr>
          <a:xfrm>
            <a:off x="0" y="9535171"/>
            <a:ext cx="18288000" cy="751840"/>
            <a:chOff x="0" y="9535171"/>
            <a:chExt cx="18288000" cy="7518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90010A-93DC-32A9-9D01-59DBB44D43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35171"/>
              <a:ext cx="13776050" cy="751828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A4F0103-F26B-E1E1-C899-101247E810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4095" y="9537847"/>
              <a:ext cx="6503904" cy="749151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5B6A1D54-96AB-1CEF-6770-67CA1A568F7C}"/>
              </a:ext>
            </a:extLst>
          </p:cNvPr>
          <p:cNvSpPr/>
          <p:nvPr/>
        </p:nvSpPr>
        <p:spPr>
          <a:xfrm>
            <a:off x="14776285" y="339724"/>
            <a:ext cx="3512185" cy="2060575"/>
          </a:xfrm>
          <a:custGeom>
            <a:avLst/>
            <a:gdLst/>
            <a:ahLst/>
            <a:cxnLst/>
            <a:rect l="l" t="t" r="r" b="b"/>
            <a:pathLst>
              <a:path w="3512184" h="2060575">
                <a:moveTo>
                  <a:pt x="1021753" y="1174191"/>
                </a:moveTo>
                <a:lnTo>
                  <a:pt x="1020826" y="1166545"/>
                </a:lnTo>
                <a:lnTo>
                  <a:pt x="1020318" y="1161199"/>
                </a:lnTo>
                <a:lnTo>
                  <a:pt x="1016622" y="1156627"/>
                </a:lnTo>
                <a:lnTo>
                  <a:pt x="1009370" y="1154125"/>
                </a:lnTo>
                <a:lnTo>
                  <a:pt x="1007160" y="1153972"/>
                </a:lnTo>
                <a:lnTo>
                  <a:pt x="268655" y="1248752"/>
                </a:lnTo>
                <a:lnTo>
                  <a:pt x="268312" y="1245349"/>
                </a:lnTo>
                <a:lnTo>
                  <a:pt x="251701" y="1207020"/>
                </a:lnTo>
                <a:lnTo>
                  <a:pt x="223989" y="1175232"/>
                </a:lnTo>
                <a:lnTo>
                  <a:pt x="186448" y="1152906"/>
                </a:lnTo>
                <a:lnTo>
                  <a:pt x="143776" y="1143520"/>
                </a:lnTo>
                <a:lnTo>
                  <a:pt x="101828" y="1147775"/>
                </a:lnTo>
                <a:lnTo>
                  <a:pt x="63487" y="1164386"/>
                </a:lnTo>
                <a:lnTo>
                  <a:pt x="31699" y="1192098"/>
                </a:lnTo>
                <a:lnTo>
                  <a:pt x="9258" y="1229601"/>
                </a:lnTo>
                <a:lnTo>
                  <a:pt x="0" y="1272311"/>
                </a:lnTo>
                <a:lnTo>
                  <a:pt x="4241" y="1314272"/>
                </a:lnTo>
                <a:lnTo>
                  <a:pt x="20866" y="1352600"/>
                </a:lnTo>
                <a:lnTo>
                  <a:pt x="48577" y="1384388"/>
                </a:lnTo>
                <a:lnTo>
                  <a:pt x="86118" y="1406715"/>
                </a:lnTo>
                <a:lnTo>
                  <a:pt x="128778" y="1416100"/>
                </a:lnTo>
                <a:lnTo>
                  <a:pt x="170738" y="1411846"/>
                </a:lnTo>
                <a:lnTo>
                  <a:pt x="209080" y="1395234"/>
                </a:lnTo>
                <a:lnTo>
                  <a:pt x="240868" y="1367510"/>
                </a:lnTo>
                <a:lnTo>
                  <a:pt x="263182" y="1329969"/>
                </a:lnTo>
                <a:lnTo>
                  <a:pt x="272567" y="1287310"/>
                </a:lnTo>
                <a:lnTo>
                  <a:pt x="271475" y="1276654"/>
                </a:lnTo>
                <a:lnTo>
                  <a:pt x="1008507" y="1181989"/>
                </a:lnTo>
                <a:lnTo>
                  <a:pt x="1016165" y="1181061"/>
                </a:lnTo>
                <a:lnTo>
                  <a:pt x="1021753" y="1174191"/>
                </a:lnTo>
                <a:close/>
              </a:path>
              <a:path w="3512184" h="2060575">
                <a:moveTo>
                  <a:pt x="1714792" y="630339"/>
                </a:moveTo>
                <a:lnTo>
                  <a:pt x="1713725" y="621550"/>
                </a:lnTo>
                <a:lnTo>
                  <a:pt x="1507680" y="462089"/>
                </a:lnTo>
                <a:lnTo>
                  <a:pt x="1426502" y="399288"/>
                </a:lnTo>
                <a:lnTo>
                  <a:pt x="1425155" y="398157"/>
                </a:lnTo>
                <a:lnTo>
                  <a:pt x="1421053" y="396544"/>
                </a:lnTo>
                <a:lnTo>
                  <a:pt x="1418361" y="396303"/>
                </a:lnTo>
                <a:lnTo>
                  <a:pt x="1415986" y="396570"/>
                </a:lnTo>
                <a:lnTo>
                  <a:pt x="718781" y="493268"/>
                </a:lnTo>
                <a:lnTo>
                  <a:pt x="708609" y="469773"/>
                </a:lnTo>
                <a:lnTo>
                  <a:pt x="680885" y="438010"/>
                </a:lnTo>
                <a:lnTo>
                  <a:pt x="643331" y="415696"/>
                </a:lnTo>
                <a:lnTo>
                  <a:pt x="600735" y="406323"/>
                </a:lnTo>
                <a:lnTo>
                  <a:pt x="558787" y="410552"/>
                </a:lnTo>
                <a:lnTo>
                  <a:pt x="520446" y="427151"/>
                </a:lnTo>
                <a:lnTo>
                  <a:pt x="488619" y="454863"/>
                </a:lnTo>
                <a:lnTo>
                  <a:pt x="466267" y="492442"/>
                </a:lnTo>
                <a:lnTo>
                  <a:pt x="456882" y="535101"/>
                </a:lnTo>
                <a:lnTo>
                  <a:pt x="461137" y="577062"/>
                </a:lnTo>
                <a:lnTo>
                  <a:pt x="477748" y="615391"/>
                </a:lnTo>
                <a:lnTo>
                  <a:pt x="505460" y="647179"/>
                </a:lnTo>
                <a:lnTo>
                  <a:pt x="543013" y="669505"/>
                </a:lnTo>
                <a:lnTo>
                  <a:pt x="585673" y="678891"/>
                </a:lnTo>
                <a:lnTo>
                  <a:pt x="627634" y="674636"/>
                </a:lnTo>
                <a:lnTo>
                  <a:pt x="665962" y="658025"/>
                </a:lnTo>
                <a:lnTo>
                  <a:pt x="697750" y="630313"/>
                </a:lnTo>
                <a:lnTo>
                  <a:pt x="720077" y="592759"/>
                </a:lnTo>
                <a:lnTo>
                  <a:pt x="729475" y="550062"/>
                </a:lnTo>
                <a:lnTo>
                  <a:pt x="726478" y="520522"/>
                </a:lnTo>
                <a:lnTo>
                  <a:pt x="1413941" y="425030"/>
                </a:lnTo>
                <a:lnTo>
                  <a:pt x="1696504" y="643661"/>
                </a:lnTo>
                <a:lnTo>
                  <a:pt x="1705292" y="642594"/>
                </a:lnTo>
                <a:lnTo>
                  <a:pt x="1710093" y="636485"/>
                </a:lnTo>
                <a:lnTo>
                  <a:pt x="1714792" y="630339"/>
                </a:lnTo>
                <a:close/>
              </a:path>
              <a:path w="3512184" h="2060575">
                <a:moveTo>
                  <a:pt x="1740319" y="1442440"/>
                </a:moveTo>
                <a:lnTo>
                  <a:pt x="1739506" y="1434833"/>
                </a:lnTo>
                <a:lnTo>
                  <a:pt x="1738947" y="1429118"/>
                </a:lnTo>
                <a:lnTo>
                  <a:pt x="1738820" y="1429067"/>
                </a:lnTo>
                <a:lnTo>
                  <a:pt x="1735162" y="1424635"/>
                </a:lnTo>
                <a:lnTo>
                  <a:pt x="1729981" y="1422946"/>
                </a:lnTo>
                <a:lnTo>
                  <a:pt x="1728241" y="1422260"/>
                </a:lnTo>
                <a:lnTo>
                  <a:pt x="1725663" y="1422082"/>
                </a:lnTo>
                <a:lnTo>
                  <a:pt x="1723504" y="1422412"/>
                </a:lnTo>
                <a:lnTo>
                  <a:pt x="933627" y="1523885"/>
                </a:lnTo>
                <a:lnTo>
                  <a:pt x="915377" y="1469351"/>
                </a:lnTo>
                <a:lnTo>
                  <a:pt x="887666" y="1437551"/>
                </a:lnTo>
                <a:lnTo>
                  <a:pt x="850112" y="1415237"/>
                </a:lnTo>
                <a:lnTo>
                  <a:pt x="807453" y="1405851"/>
                </a:lnTo>
                <a:lnTo>
                  <a:pt x="765492" y="1410106"/>
                </a:lnTo>
                <a:lnTo>
                  <a:pt x="727163" y="1426718"/>
                </a:lnTo>
                <a:lnTo>
                  <a:pt x="695375" y="1454429"/>
                </a:lnTo>
                <a:lnTo>
                  <a:pt x="673049" y="1491970"/>
                </a:lnTo>
                <a:lnTo>
                  <a:pt x="663663" y="1534642"/>
                </a:lnTo>
                <a:lnTo>
                  <a:pt x="667918" y="1576603"/>
                </a:lnTo>
                <a:lnTo>
                  <a:pt x="684530" y="1614932"/>
                </a:lnTo>
                <a:lnTo>
                  <a:pt x="712254" y="1646720"/>
                </a:lnTo>
                <a:lnTo>
                  <a:pt x="749795" y="1669046"/>
                </a:lnTo>
                <a:lnTo>
                  <a:pt x="792454" y="1678419"/>
                </a:lnTo>
                <a:lnTo>
                  <a:pt x="834415" y="1674177"/>
                </a:lnTo>
                <a:lnTo>
                  <a:pt x="872744" y="1657565"/>
                </a:lnTo>
                <a:lnTo>
                  <a:pt x="904544" y="1629841"/>
                </a:lnTo>
                <a:lnTo>
                  <a:pt x="926858" y="1592300"/>
                </a:lnTo>
                <a:lnTo>
                  <a:pt x="935748" y="1551889"/>
                </a:lnTo>
                <a:lnTo>
                  <a:pt x="1727085" y="1450238"/>
                </a:lnTo>
                <a:lnTo>
                  <a:pt x="1734693" y="1449425"/>
                </a:lnTo>
                <a:lnTo>
                  <a:pt x="1740319" y="1442440"/>
                </a:lnTo>
                <a:close/>
              </a:path>
              <a:path w="3512184" h="2060575">
                <a:moveTo>
                  <a:pt x="2653334" y="1488122"/>
                </a:moveTo>
                <a:lnTo>
                  <a:pt x="2651912" y="1480515"/>
                </a:lnTo>
                <a:lnTo>
                  <a:pt x="2651023" y="1475498"/>
                </a:lnTo>
                <a:lnTo>
                  <a:pt x="2647480" y="1471472"/>
                </a:lnTo>
                <a:lnTo>
                  <a:pt x="2640228" y="1468958"/>
                </a:lnTo>
                <a:lnTo>
                  <a:pt x="2637523" y="1468843"/>
                </a:lnTo>
                <a:lnTo>
                  <a:pt x="2634932" y="1469377"/>
                </a:lnTo>
                <a:lnTo>
                  <a:pt x="2113115" y="1580007"/>
                </a:lnTo>
                <a:lnTo>
                  <a:pt x="2109152" y="1583690"/>
                </a:lnTo>
                <a:lnTo>
                  <a:pt x="2107488" y="1588897"/>
                </a:lnTo>
                <a:lnTo>
                  <a:pt x="2037740" y="1817268"/>
                </a:lnTo>
                <a:lnTo>
                  <a:pt x="1310055" y="1912924"/>
                </a:lnTo>
                <a:lnTo>
                  <a:pt x="1291082" y="1851088"/>
                </a:lnTo>
                <a:lnTo>
                  <a:pt x="1263357" y="1819300"/>
                </a:lnTo>
                <a:lnTo>
                  <a:pt x="1225816" y="1796973"/>
                </a:lnTo>
                <a:lnTo>
                  <a:pt x="1183157" y="1787601"/>
                </a:lnTo>
                <a:lnTo>
                  <a:pt x="1141196" y="1791855"/>
                </a:lnTo>
                <a:lnTo>
                  <a:pt x="1102868" y="1808467"/>
                </a:lnTo>
                <a:lnTo>
                  <a:pt x="1071067" y="1836178"/>
                </a:lnTo>
                <a:lnTo>
                  <a:pt x="1048753" y="1873719"/>
                </a:lnTo>
                <a:lnTo>
                  <a:pt x="1039368" y="1916391"/>
                </a:lnTo>
                <a:lnTo>
                  <a:pt x="1043622" y="1958340"/>
                </a:lnTo>
                <a:lnTo>
                  <a:pt x="1060234" y="1996681"/>
                </a:lnTo>
                <a:lnTo>
                  <a:pt x="1087945" y="2028469"/>
                </a:lnTo>
                <a:lnTo>
                  <a:pt x="1125499" y="2050796"/>
                </a:lnTo>
                <a:lnTo>
                  <a:pt x="1168158" y="2060168"/>
                </a:lnTo>
                <a:lnTo>
                  <a:pt x="1210119" y="2055926"/>
                </a:lnTo>
                <a:lnTo>
                  <a:pt x="1248448" y="2039302"/>
                </a:lnTo>
                <a:lnTo>
                  <a:pt x="1280236" y="2011591"/>
                </a:lnTo>
                <a:lnTo>
                  <a:pt x="1302562" y="1974049"/>
                </a:lnTo>
                <a:lnTo>
                  <a:pt x="1309751" y="1941309"/>
                </a:lnTo>
                <a:lnTo>
                  <a:pt x="2055672" y="1843239"/>
                </a:lnTo>
                <a:lnTo>
                  <a:pt x="2060181" y="1839404"/>
                </a:lnTo>
                <a:lnTo>
                  <a:pt x="2131936" y="1604645"/>
                </a:lnTo>
                <a:lnTo>
                  <a:pt x="2640673" y="1496860"/>
                </a:lnTo>
                <a:lnTo>
                  <a:pt x="2648280" y="1495450"/>
                </a:lnTo>
                <a:lnTo>
                  <a:pt x="2653334" y="1488122"/>
                </a:lnTo>
                <a:close/>
              </a:path>
              <a:path w="3512184" h="2060575">
                <a:moveTo>
                  <a:pt x="3511702" y="1208354"/>
                </a:moveTo>
                <a:lnTo>
                  <a:pt x="2940596" y="1315491"/>
                </a:lnTo>
                <a:lnTo>
                  <a:pt x="2776296" y="1207884"/>
                </a:lnTo>
                <a:lnTo>
                  <a:pt x="2657589" y="1130134"/>
                </a:lnTo>
                <a:lnTo>
                  <a:pt x="2654998" y="1128395"/>
                </a:lnTo>
                <a:lnTo>
                  <a:pt x="2651341" y="1127671"/>
                </a:lnTo>
                <a:lnTo>
                  <a:pt x="2342527" y="1185049"/>
                </a:lnTo>
                <a:lnTo>
                  <a:pt x="2250833" y="1203147"/>
                </a:lnTo>
                <a:lnTo>
                  <a:pt x="2210498" y="1211516"/>
                </a:lnTo>
                <a:lnTo>
                  <a:pt x="2191067" y="1215720"/>
                </a:lnTo>
                <a:lnTo>
                  <a:pt x="2191042" y="1215402"/>
                </a:lnTo>
                <a:lnTo>
                  <a:pt x="2174430" y="1177061"/>
                </a:lnTo>
                <a:lnTo>
                  <a:pt x="2146719" y="1145273"/>
                </a:lnTo>
                <a:lnTo>
                  <a:pt x="2109165" y="1122946"/>
                </a:lnTo>
                <a:lnTo>
                  <a:pt x="2066505" y="1113574"/>
                </a:lnTo>
                <a:lnTo>
                  <a:pt x="2024545" y="1117815"/>
                </a:lnTo>
                <a:lnTo>
                  <a:pt x="1986216" y="1134427"/>
                </a:lnTo>
                <a:lnTo>
                  <a:pt x="1954428" y="1162151"/>
                </a:lnTo>
                <a:lnTo>
                  <a:pt x="1932101" y="1199692"/>
                </a:lnTo>
                <a:lnTo>
                  <a:pt x="1922716" y="1242352"/>
                </a:lnTo>
                <a:lnTo>
                  <a:pt x="1926971" y="1284312"/>
                </a:lnTo>
                <a:lnTo>
                  <a:pt x="1943582" y="1322654"/>
                </a:lnTo>
                <a:lnTo>
                  <a:pt x="1971294" y="1354442"/>
                </a:lnTo>
                <a:lnTo>
                  <a:pt x="2008847" y="1376756"/>
                </a:lnTo>
                <a:lnTo>
                  <a:pt x="2051507" y="1386141"/>
                </a:lnTo>
                <a:lnTo>
                  <a:pt x="2093468" y="1381887"/>
                </a:lnTo>
                <a:lnTo>
                  <a:pt x="2131796" y="1365275"/>
                </a:lnTo>
                <a:lnTo>
                  <a:pt x="2163584" y="1337564"/>
                </a:lnTo>
                <a:lnTo>
                  <a:pt x="2185911" y="1300022"/>
                </a:lnTo>
                <a:lnTo>
                  <a:pt x="2195296" y="1257350"/>
                </a:lnTo>
                <a:lnTo>
                  <a:pt x="2193925" y="1243888"/>
                </a:lnTo>
                <a:lnTo>
                  <a:pt x="2216251" y="1238999"/>
                </a:lnTo>
                <a:lnTo>
                  <a:pt x="2256307" y="1230668"/>
                </a:lnTo>
                <a:lnTo>
                  <a:pt x="2395994" y="1203223"/>
                </a:lnTo>
                <a:lnTo>
                  <a:pt x="2647213" y="1156868"/>
                </a:lnTo>
                <a:lnTo>
                  <a:pt x="2929928" y="1341856"/>
                </a:lnTo>
                <a:lnTo>
                  <a:pt x="2932988" y="1343787"/>
                </a:lnTo>
                <a:lnTo>
                  <a:pt x="2936646" y="1344510"/>
                </a:lnTo>
                <a:lnTo>
                  <a:pt x="2989135" y="1334668"/>
                </a:lnTo>
                <a:lnTo>
                  <a:pt x="3309226" y="1274673"/>
                </a:lnTo>
                <a:lnTo>
                  <a:pt x="3393262" y="1550568"/>
                </a:lnTo>
                <a:lnTo>
                  <a:pt x="2733840" y="1758619"/>
                </a:lnTo>
                <a:lnTo>
                  <a:pt x="2725382" y="1739087"/>
                </a:lnTo>
                <a:lnTo>
                  <a:pt x="2697657" y="1707299"/>
                </a:lnTo>
                <a:lnTo>
                  <a:pt x="2660116" y="1684972"/>
                </a:lnTo>
                <a:lnTo>
                  <a:pt x="2617457" y="1675587"/>
                </a:lnTo>
                <a:lnTo>
                  <a:pt x="2575496" y="1679841"/>
                </a:lnTo>
                <a:lnTo>
                  <a:pt x="2537168" y="1696453"/>
                </a:lnTo>
                <a:lnTo>
                  <a:pt x="2505379" y="1724177"/>
                </a:lnTo>
                <a:lnTo>
                  <a:pt x="2483053" y="1761718"/>
                </a:lnTo>
                <a:lnTo>
                  <a:pt x="2473668" y="1804377"/>
                </a:lnTo>
                <a:lnTo>
                  <a:pt x="2477922" y="1846338"/>
                </a:lnTo>
                <a:lnTo>
                  <a:pt x="2494534" y="1884667"/>
                </a:lnTo>
                <a:lnTo>
                  <a:pt x="2522245" y="1916468"/>
                </a:lnTo>
                <a:lnTo>
                  <a:pt x="2559799" y="1938782"/>
                </a:lnTo>
                <a:lnTo>
                  <a:pt x="2602458" y="1948167"/>
                </a:lnTo>
                <a:lnTo>
                  <a:pt x="2644419" y="1943912"/>
                </a:lnTo>
                <a:lnTo>
                  <a:pt x="2682748" y="1927301"/>
                </a:lnTo>
                <a:lnTo>
                  <a:pt x="2714536" y="1899589"/>
                </a:lnTo>
                <a:lnTo>
                  <a:pt x="2736862" y="1862035"/>
                </a:lnTo>
                <a:lnTo>
                  <a:pt x="2746248" y="1819376"/>
                </a:lnTo>
                <a:lnTo>
                  <a:pt x="2742781" y="1785277"/>
                </a:lnTo>
                <a:lnTo>
                  <a:pt x="3414788" y="1573187"/>
                </a:lnTo>
                <a:lnTo>
                  <a:pt x="3422129" y="1570951"/>
                </a:lnTo>
                <a:lnTo>
                  <a:pt x="3426282" y="1563154"/>
                </a:lnTo>
                <a:lnTo>
                  <a:pt x="3424085" y="1555711"/>
                </a:lnTo>
                <a:lnTo>
                  <a:pt x="3342436" y="1287805"/>
                </a:lnTo>
                <a:lnTo>
                  <a:pt x="3336848" y="1269466"/>
                </a:lnTo>
                <a:lnTo>
                  <a:pt x="3511702" y="1236624"/>
                </a:lnTo>
                <a:lnTo>
                  <a:pt x="3511702" y="1208354"/>
                </a:lnTo>
                <a:close/>
              </a:path>
              <a:path w="3512184" h="2060575">
                <a:moveTo>
                  <a:pt x="3511702" y="775436"/>
                </a:moveTo>
                <a:lnTo>
                  <a:pt x="3162668" y="800201"/>
                </a:lnTo>
                <a:lnTo>
                  <a:pt x="2807284" y="611327"/>
                </a:lnTo>
                <a:lnTo>
                  <a:pt x="2583523" y="492417"/>
                </a:lnTo>
                <a:lnTo>
                  <a:pt x="2581160" y="491121"/>
                </a:lnTo>
                <a:lnTo>
                  <a:pt x="2579103" y="490664"/>
                </a:lnTo>
                <a:lnTo>
                  <a:pt x="2578658" y="490499"/>
                </a:lnTo>
                <a:lnTo>
                  <a:pt x="2172932" y="526567"/>
                </a:lnTo>
                <a:lnTo>
                  <a:pt x="2158695" y="493687"/>
                </a:lnTo>
                <a:lnTo>
                  <a:pt x="2130996" y="461911"/>
                </a:lnTo>
                <a:lnTo>
                  <a:pt x="2093455" y="439585"/>
                </a:lnTo>
                <a:lnTo>
                  <a:pt x="2050796" y="430212"/>
                </a:lnTo>
                <a:lnTo>
                  <a:pt x="2008835" y="434454"/>
                </a:lnTo>
                <a:lnTo>
                  <a:pt x="1970506" y="451078"/>
                </a:lnTo>
                <a:lnTo>
                  <a:pt x="1938718" y="478790"/>
                </a:lnTo>
                <a:lnTo>
                  <a:pt x="1916391" y="516331"/>
                </a:lnTo>
                <a:lnTo>
                  <a:pt x="1907006" y="558990"/>
                </a:lnTo>
                <a:lnTo>
                  <a:pt x="1911261" y="600951"/>
                </a:lnTo>
                <a:lnTo>
                  <a:pt x="1927872" y="639292"/>
                </a:lnTo>
                <a:lnTo>
                  <a:pt x="1955584" y="671080"/>
                </a:lnTo>
                <a:lnTo>
                  <a:pt x="1993138" y="693407"/>
                </a:lnTo>
                <a:lnTo>
                  <a:pt x="2035797" y="702779"/>
                </a:lnTo>
                <a:lnTo>
                  <a:pt x="2077758" y="698538"/>
                </a:lnTo>
                <a:lnTo>
                  <a:pt x="2116086" y="681913"/>
                </a:lnTo>
                <a:lnTo>
                  <a:pt x="2147874" y="654202"/>
                </a:lnTo>
                <a:lnTo>
                  <a:pt x="2170201" y="616661"/>
                </a:lnTo>
                <a:lnTo>
                  <a:pt x="2179548" y="573976"/>
                </a:lnTo>
                <a:lnTo>
                  <a:pt x="2177554" y="554342"/>
                </a:lnTo>
                <a:lnTo>
                  <a:pt x="2573934" y="519099"/>
                </a:lnTo>
                <a:lnTo>
                  <a:pt x="3114205" y="806132"/>
                </a:lnTo>
                <a:lnTo>
                  <a:pt x="3090087" y="808012"/>
                </a:lnTo>
                <a:lnTo>
                  <a:pt x="3040329" y="812634"/>
                </a:lnTo>
                <a:lnTo>
                  <a:pt x="2924708" y="825017"/>
                </a:lnTo>
                <a:lnTo>
                  <a:pt x="2882277" y="830008"/>
                </a:lnTo>
                <a:lnTo>
                  <a:pt x="2844406" y="808951"/>
                </a:lnTo>
                <a:lnTo>
                  <a:pt x="2652077" y="701979"/>
                </a:lnTo>
                <a:lnTo>
                  <a:pt x="2648801" y="701509"/>
                </a:lnTo>
                <a:lnTo>
                  <a:pt x="2645460" y="702106"/>
                </a:lnTo>
                <a:lnTo>
                  <a:pt x="1693011" y="891298"/>
                </a:lnTo>
                <a:lnTo>
                  <a:pt x="1562265" y="797674"/>
                </a:lnTo>
                <a:lnTo>
                  <a:pt x="1465427" y="728332"/>
                </a:lnTo>
                <a:lnTo>
                  <a:pt x="1462252" y="726008"/>
                </a:lnTo>
                <a:lnTo>
                  <a:pt x="1457655" y="725258"/>
                </a:lnTo>
                <a:lnTo>
                  <a:pt x="1131316" y="828078"/>
                </a:lnTo>
                <a:lnTo>
                  <a:pt x="1130477" y="828319"/>
                </a:lnTo>
                <a:lnTo>
                  <a:pt x="1115758" y="794334"/>
                </a:lnTo>
                <a:lnTo>
                  <a:pt x="1088047" y="762533"/>
                </a:lnTo>
                <a:lnTo>
                  <a:pt x="1050493" y="740219"/>
                </a:lnTo>
                <a:lnTo>
                  <a:pt x="1007833" y="730834"/>
                </a:lnTo>
                <a:lnTo>
                  <a:pt x="965873" y="735088"/>
                </a:lnTo>
                <a:lnTo>
                  <a:pt x="927544" y="751700"/>
                </a:lnTo>
                <a:lnTo>
                  <a:pt x="895756" y="779411"/>
                </a:lnTo>
                <a:lnTo>
                  <a:pt x="873429" y="816952"/>
                </a:lnTo>
                <a:lnTo>
                  <a:pt x="864044" y="859624"/>
                </a:lnTo>
                <a:lnTo>
                  <a:pt x="868299" y="901585"/>
                </a:lnTo>
                <a:lnTo>
                  <a:pt x="884910" y="939914"/>
                </a:lnTo>
                <a:lnTo>
                  <a:pt x="912622" y="971702"/>
                </a:lnTo>
                <a:lnTo>
                  <a:pt x="950175" y="994029"/>
                </a:lnTo>
                <a:lnTo>
                  <a:pt x="992835" y="1003401"/>
                </a:lnTo>
                <a:lnTo>
                  <a:pt x="1034796" y="999159"/>
                </a:lnTo>
                <a:lnTo>
                  <a:pt x="1073124" y="982548"/>
                </a:lnTo>
                <a:lnTo>
                  <a:pt x="1104912" y="954824"/>
                </a:lnTo>
                <a:lnTo>
                  <a:pt x="1127239" y="917282"/>
                </a:lnTo>
                <a:lnTo>
                  <a:pt x="1136624" y="874623"/>
                </a:lnTo>
                <a:lnTo>
                  <a:pt x="1134745" y="856119"/>
                </a:lnTo>
                <a:lnTo>
                  <a:pt x="1139380" y="854811"/>
                </a:lnTo>
                <a:lnTo>
                  <a:pt x="1139672" y="854684"/>
                </a:lnTo>
                <a:lnTo>
                  <a:pt x="1455089" y="755319"/>
                </a:lnTo>
                <a:lnTo>
                  <a:pt x="1681594" y="917498"/>
                </a:lnTo>
                <a:lnTo>
                  <a:pt x="1684731" y="919810"/>
                </a:lnTo>
                <a:lnTo>
                  <a:pt x="1688706" y="920661"/>
                </a:lnTo>
                <a:lnTo>
                  <a:pt x="1692579" y="919924"/>
                </a:lnTo>
                <a:lnTo>
                  <a:pt x="1741055" y="910285"/>
                </a:lnTo>
                <a:lnTo>
                  <a:pt x="2645841" y="730453"/>
                </a:lnTo>
                <a:lnTo>
                  <a:pt x="2871736" y="856195"/>
                </a:lnTo>
                <a:lnTo>
                  <a:pt x="2875000" y="858075"/>
                </a:lnTo>
                <a:lnTo>
                  <a:pt x="2877997" y="858672"/>
                </a:lnTo>
                <a:lnTo>
                  <a:pt x="2937306" y="851763"/>
                </a:lnTo>
                <a:lnTo>
                  <a:pt x="3017164" y="843051"/>
                </a:lnTo>
                <a:lnTo>
                  <a:pt x="3092424" y="835850"/>
                </a:lnTo>
                <a:lnTo>
                  <a:pt x="3133407" y="832967"/>
                </a:lnTo>
                <a:lnTo>
                  <a:pt x="3156547" y="832307"/>
                </a:lnTo>
                <a:lnTo>
                  <a:pt x="3158858" y="832510"/>
                </a:lnTo>
                <a:lnTo>
                  <a:pt x="3161322" y="832650"/>
                </a:lnTo>
                <a:lnTo>
                  <a:pt x="3167024" y="834898"/>
                </a:lnTo>
                <a:lnTo>
                  <a:pt x="3173806" y="832802"/>
                </a:lnTo>
                <a:lnTo>
                  <a:pt x="3177514" y="827341"/>
                </a:lnTo>
                <a:lnTo>
                  <a:pt x="3223133" y="824103"/>
                </a:lnTo>
                <a:lnTo>
                  <a:pt x="3511702" y="803605"/>
                </a:lnTo>
                <a:lnTo>
                  <a:pt x="3511702" y="775436"/>
                </a:lnTo>
                <a:close/>
              </a:path>
              <a:path w="3512184" h="2060575">
                <a:moveTo>
                  <a:pt x="3511702" y="322554"/>
                </a:moveTo>
                <a:lnTo>
                  <a:pt x="3309328" y="340893"/>
                </a:lnTo>
                <a:lnTo>
                  <a:pt x="3102673" y="117614"/>
                </a:lnTo>
                <a:lnTo>
                  <a:pt x="3058553" y="69951"/>
                </a:lnTo>
                <a:lnTo>
                  <a:pt x="3055734" y="66802"/>
                </a:lnTo>
                <a:lnTo>
                  <a:pt x="3051594" y="65163"/>
                </a:lnTo>
                <a:lnTo>
                  <a:pt x="2531707" y="97815"/>
                </a:lnTo>
                <a:lnTo>
                  <a:pt x="2516848" y="63500"/>
                </a:lnTo>
                <a:lnTo>
                  <a:pt x="2489123" y="31711"/>
                </a:lnTo>
                <a:lnTo>
                  <a:pt x="2451582" y="9385"/>
                </a:lnTo>
                <a:lnTo>
                  <a:pt x="2408923" y="0"/>
                </a:lnTo>
                <a:lnTo>
                  <a:pt x="2366962" y="4254"/>
                </a:lnTo>
                <a:lnTo>
                  <a:pt x="2328634" y="20866"/>
                </a:lnTo>
                <a:lnTo>
                  <a:pt x="2296833" y="48577"/>
                </a:lnTo>
                <a:lnTo>
                  <a:pt x="2274519" y="86131"/>
                </a:lnTo>
                <a:lnTo>
                  <a:pt x="2265134" y="128790"/>
                </a:lnTo>
                <a:lnTo>
                  <a:pt x="2269388" y="170751"/>
                </a:lnTo>
                <a:lnTo>
                  <a:pt x="2286000" y="209080"/>
                </a:lnTo>
                <a:lnTo>
                  <a:pt x="2313711" y="240868"/>
                </a:lnTo>
                <a:lnTo>
                  <a:pt x="2351265" y="263194"/>
                </a:lnTo>
                <a:lnTo>
                  <a:pt x="2393924" y="272580"/>
                </a:lnTo>
                <a:lnTo>
                  <a:pt x="2435885" y="268325"/>
                </a:lnTo>
                <a:lnTo>
                  <a:pt x="2474214" y="251714"/>
                </a:lnTo>
                <a:lnTo>
                  <a:pt x="2506002" y="224002"/>
                </a:lnTo>
                <a:lnTo>
                  <a:pt x="2528328" y="186448"/>
                </a:lnTo>
                <a:lnTo>
                  <a:pt x="2537714" y="143789"/>
                </a:lnTo>
                <a:lnTo>
                  <a:pt x="2535859" y="125615"/>
                </a:lnTo>
                <a:lnTo>
                  <a:pt x="3042539" y="93853"/>
                </a:lnTo>
                <a:lnTo>
                  <a:pt x="3296399" y="368173"/>
                </a:lnTo>
                <a:lnTo>
                  <a:pt x="3300742" y="369887"/>
                </a:lnTo>
                <a:lnTo>
                  <a:pt x="3305086" y="369455"/>
                </a:lnTo>
                <a:lnTo>
                  <a:pt x="3367303" y="363816"/>
                </a:lnTo>
                <a:lnTo>
                  <a:pt x="3511702" y="350710"/>
                </a:lnTo>
                <a:lnTo>
                  <a:pt x="3511702" y="3225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74123C6-4FFA-4929-470D-CECB777B2F97}"/>
              </a:ext>
            </a:extLst>
          </p:cNvPr>
          <p:cNvSpPr/>
          <p:nvPr/>
        </p:nvSpPr>
        <p:spPr>
          <a:xfrm>
            <a:off x="0" y="7272052"/>
            <a:ext cx="5196840" cy="1721485"/>
          </a:xfrm>
          <a:custGeom>
            <a:avLst/>
            <a:gdLst/>
            <a:ahLst/>
            <a:cxnLst/>
            <a:rect l="l" t="t" r="r" b="b"/>
            <a:pathLst>
              <a:path w="5196840" h="1721484">
                <a:moveTo>
                  <a:pt x="2850108" y="1033616"/>
                </a:moveTo>
                <a:lnTo>
                  <a:pt x="2714034" y="1033616"/>
                </a:lnTo>
                <a:lnTo>
                  <a:pt x="2723418" y="1012418"/>
                </a:lnTo>
                <a:lnTo>
                  <a:pt x="2738926" y="995546"/>
                </a:lnTo>
                <a:lnTo>
                  <a:pt x="2759159" y="984397"/>
                </a:lnTo>
                <a:lnTo>
                  <a:pt x="2782721" y="980371"/>
                </a:lnTo>
                <a:lnTo>
                  <a:pt x="2810286" y="985973"/>
                </a:lnTo>
                <a:lnTo>
                  <a:pt x="2832860" y="1001225"/>
                </a:lnTo>
                <a:lnTo>
                  <a:pt x="2848113" y="1023799"/>
                </a:lnTo>
                <a:lnTo>
                  <a:pt x="2850036" y="1033262"/>
                </a:lnTo>
                <a:lnTo>
                  <a:pt x="2850108" y="1033616"/>
                </a:lnTo>
                <a:close/>
              </a:path>
              <a:path w="5196840" h="1721484">
                <a:moveTo>
                  <a:pt x="211490" y="1721372"/>
                </a:moveTo>
                <a:lnTo>
                  <a:pt x="0" y="1721372"/>
                </a:lnTo>
                <a:lnTo>
                  <a:pt x="0" y="1685875"/>
                </a:lnTo>
                <a:lnTo>
                  <a:pt x="198356" y="1685875"/>
                </a:lnTo>
                <a:lnTo>
                  <a:pt x="846356" y="1037876"/>
                </a:lnTo>
                <a:lnTo>
                  <a:pt x="847243" y="1037166"/>
                </a:lnTo>
                <a:lnTo>
                  <a:pt x="848308" y="1036456"/>
                </a:lnTo>
                <a:lnTo>
                  <a:pt x="852213" y="1033971"/>
                </a:lnTo>
                <a:lnTo>
                  <a:pt x="856295" y="1033262"/>
                </a:lnTo>
                <a:lnTo>
                  <a:pt x="860022" y="1033616"/>
                </a:lnTo>
                <a:lnTo>
                  <a:pt x="2850108" y="1033616"/>
                </a:lnTo>
                <a:lnTo>
                  <a:pt x="2853715" y="1051365"/>
                </a:lnTo>
                <a:lnTo>
                  <a:pt x="2850108" y="1069113"/>
                </a:lnTo>
                <a:lnTo>
                  <a:pt x="865346" y="1069113"/>
                </a:lnTo>
                <a:lnTo>
                  <a:pt x="219122" y="1715338"/>
                </a:lnTo>
                <a:lnTo>
                  <a:pt x="216105" y="1718887"/>
                </a:lnTo>
                <a:lnTo>
                  <a:pt x="211490" y="1721372"/>
                </a:lnTo>
                <a:close/>
              </a:path>
              <a:path w="5196840" h="1721484">
                <a:moveTo>
                  <a:pt x="2782721" y="1122359"/>
                </a:moveTo>
                <a:lnTo>
                  <a:pt x="2759259" y="1118332"/>
                </a:lnTo>
                <a:lnTo>
                  <a:pt x="2739059" y="1107184"/>
                </a:lnTo>
                <a:lnTo>
                  <a:pt x="2723518" y="1090312"/>
                </a:lnTo>
                <a:lnTo>
                  <a:pt x="2714034" y="1069113"/>
                </a:lnTo>
                <a:lnTo>
                  <a:pt x="2850108" y="1069113"/>
                </a:lnTo>
                <a:lnTo>
                  <a:pt x="2848113" y="1078931"/>
                </a:lnTo>
                <a:lnTo>
                  <a:pt x="2832860" y="1101505"/>
                </a:lnTo>
                <a:lnTo>
                  <a:pt x="2810286" y="1116757"/>
                </a:lnTo>
                <a:lnTo>
                  <a:pt x="2782721" y="1122359"/>
                </a:lnTo>
                <a:close/>
              </a:path>
              <a:path w="5196840" h="1721484">
                <a:moveTo>
                  <a:pt x="1021711" y="1481944"/>
                </a:moveTo>
                <a:lnTo>
                  <a:pt x="981014" y="1473694"/>
                </a:lnTo>
                <a:lnTo>
                  <a:pt x="947722" y="1451217"/>
                </a:lnTo>
                <a:lnTo>
                  <a:pt x="925245" y="1417925"/>
                </a:lnTo>
                <a:lnTo>
                  <a:pt x="916995" y="1377228"/>
                </a:lnTo>
                <a:lnTo>
                  <a:pt x="925245" y="1336531"/>
                </a:lnTo>
                <a:lnTo>
                  <a:pt x="947722" y="1303239"/>
                </a:lnTo>
                <a:lnTo>
                  <a:pt x="981014" y="1280762"/>
                </a:lnTo>
                <a:lnTo>
                  <a:pt x="1021711" y="1272511"/>
                </a:lnTo>
                <a:lnTo>
                  <a:pt x="1058517" y="1279187"/>
                </a:lnTo>
                <a:lnTo>
                  <a:pt x="1089599" y="1297559"/>
                </a:lnTo>
                <a:lnTo>
                  <a:pt x="1112561" y="1325150"/>
                </a:lnTo>
                <a:lnTo>
                  <a:pt x="1125008" y="1359479"/>
                </a:lnTo>
                <a:lnTo>
                  <a:pt x="5193092" y="1359479"/>
                </a:lnTo>
                <a:lnTo>
                  <a:pt x="5196699" y="1377228"/>
                </a:lnTo>
                <a:lnTo>
                  <a:pt x="5193092" y="1394976"/>
                </a:lnTo>
                <a:lnTo>
                  <a:pt x="1125008" y="1394976"/>
                </a:lnTo>
                <a:lnTo>
                  <a:pt x="1112537" y="1429381"/>
                </a:lnTo>
                <a:lnTo>
                  <a:pt x="1089533" y="1456963"/>
                </a:lnTo>
                <a:lnTo>
                  <a:pt x="1058442" y="1475294"/>
                </a:lnTo>
                <a:lnTo>
                  <a:pt x="1021711" y="1481944"/>
                </a:lnTo>
                <a:close/>
              </a:path>
              <a:path w="5196840" h="1721484">
                <a:moveTo>
                  <a:pt x="5193092" y="1359479"/>
                </a:moveTo>
                <a:lnTo>
                  <a:pt x="5057018" y="1359479"/>
                </a:lnTo>
                <a:lnTo>
                  <a:pt x="5066403" y="1338281"/>
                </a:lnTo>
                <a:lnTo>
                  <a:pt x="5081911" y="1321409"/>
                </a:lnTo>
                <a:lnTo>
                  <a:pt x="5102144" y="1310260"/>
                </a:lnTo>
                <a:lnTo>
                  <a:pt x="5125705" y="1306234"/>
                </a:lnTo>
                <a:lnTo>
                  <a:pt x="5153271" y="1311836"/>
                </a:lnTo>
                <a:lnTo>
                  <a:pt x="5175845" y="1327088"/>
                </a:lnTo>
                <a:lnTo>
                  <a:pt x="5191097" y="1349662"/>
                </a:lnTo>
                <a:lnTo>
                  <a:pt x="5193092" y="1359479"/>
                </a:lnTo>
                <a:close/>
              </a:path>
              <a:path w="5196840" h="1721484">
                <a:moveTo>
                  <a:pt x="5125705" y="1448222"/>
                </a:moveTo>
                <a:lnTo>
                  <a:pt x="5102244" y="1444195"/>
                </a:lnTo>
                <a:lnTo>
                  <a:pt x="5082044" y="1433047"/>
                </a:lnTo>
                <a:lnTo>
                  <a:pt x="5066503" y="1416175"/>
                </a:lnTo>
                <a:lnTo>
                  <a:pt x="5057018" y="1394976"/>
                </a:lnTo>
                <a:lnTo>
                  <a:pt x="5193092" y="1394976"/>
                </a:lnTo>
                <a:lnTo>
                  <a:pt x="5191097" y="1404794"/>
                </a:lnTo>
                <a:lnTo>
                  <a:pt x="5175845" y="1427368"/>
                </a:lnTo>
                <a:lnTo>
                  <a:pt x="5153271" y="1442620"/>
                </a:lnTo>
                <a:lnTo>
                  <a:pt x="5125705" y="1448222"/>
                </a:lnTo>
                <a:close/>
              </a:path>
              <a:path w="5196840" h="1721484">
                <a:moveTo>
                  <a:pt x="2699634" y="86199"/>
                </a:moveTo>
                <a:lnTo>
                  <a:pt x="2493420" y="86199"/>
                </a:lnTo>
                <a:lnTo>
                  <a:pt x="2499604" y="64668"/>
                </a:lnTo>
                <a:lnTo>
                  <a:pt x="2510281" y="44801"/>
                </a:lnTo>
                <a:lnTo>
                  <a:pt x="2525217" y="27396"/>
                </a:lnTo>
                <a:lnTo>
                  <a:pt x="2544181" y="13253"/>
                </a:lnTo>
                <a:lnTo>
                  <a:pt x="2583679" y="0"/>
                </a:lnTo>
                <a:lnTo>
                  <a:pt x="2623628" y="2803"/>
                </a:lnTo>
                <a:lnTo>
                  <a:pt x="2659615" y="20416"/>
                </a:lnTo>
                <a:lnTo>
                  <a:pt x="2687234" y="51590"/>
                </a:lnTo>
                <a:lnTo>
                  <a:pt x="2699634" y="86199"/>
                </a:lnTo>
                <a:close/>
              </a:path>
              <a:path w="5196840" h="1721484">
                <a:moveTo>
                  <a:pt x="944621" y="426439"/>
                </a:moveTo>
                <a:lnTo>
                  <a:pt x="903683" y="426439"/>
                </a:lnTo>
                <a:lnTo>
                  <a:pt x="1095013" y="95073"/>
                </a:lnTo>
                <a:lnTo>
                  <a:pt x="1095545" y="93831"/>
                </a:lnTo>
                <a:lnTo>
                  <a:pt x="1096433" y="92766"/>
                </a:lnTo>
                <a:lnTo>
                  <a:pt x="1097320" y="91879"/>
                </a:lnTo>
                <a:lnTo>
                  <a:pt x="1101580" y="87441"/>
                </a:lnTo>
                <a:lnTo>
                  <a:pt x="1106727" y="85667"/>
                </a:lnTo>
                <a:lnTo>
                  <a:pt x="1111696" y="86199"/>
                </a:lnTo>
                <a:lnTo>
                  <a:pt x="2699634" y="86199"/>
                </a:lnTo>
                <a:lnTo>
                  <a:pt x="2699863" y="86837"/>
                </a:lnTo>
                <a:lnTo>
                  <a:pt x="2699491" y="121874"/>
                </a:lnTo>
                <a:lnTo>
                  <a:pt x="1120570" y="121874"/>
                </a:lnTo>
                <a:lnTo>
                  <a:pt x="944621" y="426439"/>
                </a:lnTo>
                <a:close/>
              </a:path>
              <a:path w="5196840" h="1721484">
                <a:moveTo>
                  <a:pt x="2596768" y="208772"/>
                </a:moveTo>
                <a:lnTo>
                  <a:pt x="2530139" y="185028"/>
                </a:lnTo>
                <a:lnTo>
                  <a:pt x="2501453" y="148105"/>
                </a:lnTo>
                <a:lnTo>
                  <a:pt x="2493242" y="121874"/>
                </a:lnTo>
                <a:lnTo>
                  <a:pt x="2699491" y="121874"/>
                </a:lnTo>
                <a:lnTo>
                  <a:pt x="2699480" y="122850"/>
                </a:lnTo>
                <a:lnTo>
                  <a:pt x="2686984" y="156467"/>
                </a:lnTo>
                <a:lnTo>
                  <a:pt x="2663273" y="184526"/>
                </a:lnTo>
                <a:lnTo>
                  <a:pt x="2673522" y="202275"/>
                </a:lnTo>
                <a:lnTo>
                  <a:pt x="2632745" y="202275"/>
                </a:lnTo>
                <a:lnTo>
                  <a:pt x="2596768" y="208772"/>
                </a:lnTo>
                <a:close/>
              </a:path>
              <a:path w="5196840" h="1721484">
                <a:moveTo>
                  <a:pt x="3938150" y="708462"/>
                </a:moveTo>
                <a:lnTo>
                  <a:pt x="3914688" y="704436"/>
                </a:lnTo>
                <a:lnTo>
                  <a:pt x="3894488" y="693288"/>
                </a:lnTo>
                <a:lnTo>
                  <a:pt x="3878947" y="676415"/>
                </a:lnTo>
                <a:lnTo>
                  <a:pt x="3869463" y="655217"/>
                </a:lnTo>
                <a:lnTo>
                  <a:pt x="2898441" y="655217"/>
                </a:lnTo>
                <a:lnTo>
                  <a:pt x="2892406" y="652555"/>
                </a:lnTo>
                <a:lnTo>
                  <a:pt x="2889034" y="646343"/>
                </a:lnTo>
                <a:lnTo>
                  <a:pt x="2632745" y="202275"/>
                </a:lnTo>
                <a:lnTo>
                  <a:pt x="2673522" y="202275"/>
                </a:lnTo>
                <a:lnTo>
                  <a:pt x="2914592" y="619720"/>
                </a:lnTo>
                <a:lnTo>
                  <a:pt x="4005537" y="619720"/>
                </a:lnTo>
                <a:lnTo>
                  <a:pt x="4009144" y="637468"/>
                </a:lnTo>
                <a:lnTo>
                  <a:pt x="4003542" y="665034"/>
                </a:lnTo>
                <a:lnTo>
                  <a:pt x="3988289" y="687608"/>
                </a:lnTo>
                <a:lnTo>
                  <a:pt x="3965716" y="702861"/>
                </a:lnTo>
                <a:lnTo>
                  <a:pt x="3938150" y="708462"/>
                </a:lnTo>
                <a:close/>
              </a:path>
              <a:path w="5196840" h="1721484">
                <a:moveTo>
                  <a:pt x="0" y="507288"/>
                </a:moveTo>
                <a:lnTo>
                  <a:pt x="0" y="456894"/>
                </a:lnTo>
                <a:lnTo>
                  <a:pt x="26196" y="430698"/>
                </a:lnTo>
                <a:lnTo>
                  <a:pt x="27083" y="429988"/>
                </a:lnTo>
                <a:lnTo>
                  <a:pt x="28148" y="429278"/>
                </a:lnTo>
                <a:lnTo>
                  <a:pt x="32230" y="426793"/>
                </a:lnTo>
                <a:lnTo>
                  <a:pt x="36312" y="426084"/>
                </a:lnTo>
                <a:lnTo>
                  <a:pt x="40039" y="426439"/>
                </a:lnTo>
                <a:lnTo>
                  <a:pt x="944621" y="426439"/>
                </a:lnTo>
                <a:lnTo>
                  <a:pt x="929241" y="453061"/>
                </a:lnTo>
                <a:lnTo>
                  <a:pt x="926402" y="458209"/>
                </a:lnTo>
                <a:lnTo>
                  <a:pt x="921254" y="461936"/>
                </a:lnTo>
                <a:lnTo>
                  <a:pt x="45364" y="461936"/>
                </a:lnTo>
                <a:lnTo>
                  <a:pt x="0" y="507288"/>
                </a:lnTo>
                <a:close/>
              </a:path>
              <a:path w="5196840" h="1721484">
                <a:moveTo>
                  <a:pt x="4005537" y="619720"/>
                </a:moveTo>
                <a:lnTo>
                  <a:pt x="3869463" y="619720"/>
                </a:lnTo>
                <a:lnTo>
                  <a:pt x="3878848" y="598521"/>
                </a:lnTo>
                <a:lnTo>
                  <a:pt x="3894355" y="581649"/>
                </a:lnTo>
                <a:lnTo>
                  <a:pt x="3914589" y="570501"/>
                </a:lnTo>
                <a:lnTo>
                  <a:pt x="3938150" y="566474"/>
                </a:lnTo>
                <a:lnTo>
                  <a:pt x="3965716" y="572076"/>
                </a:lnTo>
                <a:lnTo>
                  <a:pt x="3988289" y="587329"/>
                </a:lnTo>
                <a:lnTo>
                  <a:pt x="4003542" y="609903"/>
                </a:lnTo>
                <a:lnTo>
                  <a:pt x="4005537" y="619720"/>
                </a:lnTo>
                <a:close/>
              </a:path>
              <a:path w="5196840" h="1721484">
                <a:moveTo>
                  <a:pt x="0" y="938768"/>
                </a:moveTo>
                <a:lnTo>
                  <a:pt x="0" y="888184"/>
                </a:lnTo>
                <a:lnTo>
                  <a:pt x="132332" y="755851"/>
                </a:lnTo>
                <a:lnTo>
                  <a:pt x="136769" y="753899"/>
                </a:lnTo>
                <a:lnTo>
                  <a:pt x="1550795" y="753899"/>
                </a:lnTo>
                <a:lnTo>
                  <a:pt x="1563266" y="719495"/>
                </a:lnTo>
                <a:lnTo>
                  <a:pt x="1586270" y="691913"/>
                </a:lnTo>
                <a:lnTo>
                  <a:pt x="1617361" y="673582"/>
                </a:lnTo>
                <a:lnTo>
                  <a:pt x="1654092" y="666932"/>
                </a:lnTo>
                <a:lnTo>
                  <a:pt x="1694789" y="675182"/>
                </a:lnTo>
                <a:lnTo>
                  <a:pt x="1728081" y="697659"/>
                </a:lnTo>
                <a:lnTo>
                  <a:pt x="1750558" y="730951"/>
                </a:lnTo>
                <a:lnTo>
                  <a:pt x="1758808" y="771648"/>
                </a:lnTo>
                <a:lnTo>
                  <a:pt x="1755210" y="789396"/>
                </a:lnTo>
                <a:lnTo>
                  <a:pt x="149371" y="789396"/>
                </a:lnTo>
                <a:lnTo>
                  <a:pt x="0" y="938768"/>
                </a:lnTo>
                <a:close/>
              </a:path>
              <a:path w="5196840" h="1721484">
                <a:moveTo>
                  <a:pt x="1654092" y="876364"/>
                </a:moveTo>
                <a:lnTo>
                  <a:pt x="1617363" y="869714"/>
                </a:lnTo>
                <a:lnTo>
                  <a:pt x="1586292" y="851383"/>
                </a:lnTo>
                <a:lnTo>
                  <a:pt x="1563341" y="823801"/>
                </a:lnTo>
                <a:lnTo>
                  <a:pt x="1550973" y="789396"/>
                </a:lnTo>
                <a:lnTo>
                  <a:pt x="1755210" y="789396"/>
                </a:lnTo>
                <a:lnTo>
                  <a:pt x="1750558" y="812345"/>
                </a:lnTo>
                <a:lnTo>
                  <a:pt x="1728081" y="845637"/>
                </a:lnTo>
                <a:lnTo>
                  <a:pt x="1694789" y="868114"/>
                </a:lnTo>
                <a:lnTo>
                  <a:pt x="1654092" y="8763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F90C6F3-EB85-FE45-1B82-9AC209695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7256" y="658496"/>
            <a:ext cx="14736144" cy="1066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 INNOVATION AND FEASIBILITY</a:t>
            </a:r>
            <a:endParaRPr spc="-10" dirty="0"/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BBDF8AA8-B1BD-1084-B5AA-2AF2BFEA229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2051" y="1771876"/>
            <a:ext cx="3790949" cy="200024"/>
          </a:xfrm>
          <a:prstGeom prst="rect">
            <a:avLst/>
          </a:prstGeom>
        </p:spPr>
      </p:pic>
      <p:pic>
        <p:nvPicPr>
          <p:cNvPr id="10" name="object 4" descr="The image depicts a white checkmark symbol, possibly suggesting approval or completion.&#10;&#10;AI-generated content may be incorrect.">
            <a:extLst>
              <a:ext uri="{FF2B5EF4-FFF2-40B4-BE49-F238E27FC236}">
                <a16:creationId xmlns:a16="http://schemas.microsoft.com/office/drawing/2014/main" id="{10EBB1E4-E2AB-85FF-1F16-B38BD22DBF1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274" y="6368815"/>
            <a:ext cx="1528554" cy="1298452"/>
          </a:xfrm>
          <a:prstGeom prst="rect">
            <a:avLst/>
          </a:prstGeom>
        </p:spPr>
      </p:pic>
      <p:pic>
        <p:nvPicPr>
          <p:cNvPr id="12" name="object 9">
            <a:extLst>
              <a:ext uri="{FF2B5EF4-FFF2-40B4-BE49-F238E27FC236}">
                <a16:creationId xmlns:a16="http://schemas.microsoft.com/office/drawing/2014/main" id="{01F088D1-AC29-A86B-6F52-B36F4E0A7BF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28127" y="1657328"/>
            <a:ext cx="99392" cy="993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690927C-78C9-75D6-42BE-EEF0EC3C548B}"/>
              </a:ext>
            </a:extLst>
          </p:cNvPr>
          <p:cNvSpPr/>
          <p:nvPr/>
        </p:nvSpPr>
        <p:spPr>
          <a:xfrm>
            <a:off x="304800" y="2913067"/>
            <a:ext cx="8208555" cy="387575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DE89B4-3139-BFF6-1517-8E446DDBC339}"/>
              </a:ext>
            </a:extLst>
          </p:cNvPr>
          <p:cNvSpPr/>
          <p:nvPr/>
        </p:nvSpPr>
        <p:spPr>
          <a:xfrm>
            <a:off x="9257809" y="2913067"/>
            <a:ext cx="8208555" cy="387575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623611-B2B2-DB5F-AA72-A07B1DF486DB}"/>
              </a:ext>
            </a:extLst>
          </p:cNvPr>
          <p:cNvSpPr txBox="1"/>
          <p:nvPr/>
        </p:nvSpPr>
        <p:spPr>
          <a:xfrm>
            <a:off x="657274" y="3158511"/>
            <a:ext cx="75663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i="0" u="none" dirty="0">
                <a:solidFill>
                  <a:schemeClr val="tx1"/>
                </a:solidFill>
                <a:latin typeface="Plus Jakarta Sans"/>
              </a:rPr>
              <a:t>Unique Selling Point (USP)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Dual-layer detection (bypass + physical cabinet breach).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Under 3-second rapid response notification latency.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Affordable retrofit design compatible with existing infrastructure .</a:t>
            </a:r>
            <a:endParaRPr lang="en-IN" sz="2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703E0-7D0A-E831-7D92-1A3DFA90CA23}"/>
              </a:ext>
            </a:extLst>
          </p:cNvPr>
          <p:cNvSpPr txBox="1"/>
          <p:nvPr/>
        </p:nvSpPr>
        <p:spPr>
          <a:xfrm>
            <a:off x="9519019" y="3158511"/>
            <a:ext cx="79473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600" b="1" i="0" u="none" dirty="0">
                <a:solidFill>
                  <a:schemeClr val="tx1"/>
                </a:solidFill>
                <a:latin typeface="Plus Jakarta Sans"/>
              </a:rPr>
              <a:t>Socio-Economic Feasibility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Recovers billions in lost revenue for power distribution networks 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Reduces technical carbon footprints via optimized grid loads.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High scalability potential for municipal smart grids</a:t>
            </a:r>
            <a:endParaRPr lang="en-IN" sz="2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56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35171"/>
            <a:ext cx="18288000" cy="751840"/>
            <a:chOff x="0" y="9535171"/>
            <a:chExt cx="18288000" cy="751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35171"/>
              <a:ext cx="13776050" cy="7518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4095" y="9537847"/>
              <a:ext cx="6503904" cy="74915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4776285" y="339724"/>
            <a:ext cx="3512185" cy="2060575"/>
          </a:xfrm>
          <a:custGeom>
            <a:avLst/>
            <a:gdLst/>
            <a:ahLst/>
            <a:cxnLst/>
            <a:rect l="l" t="t" r="r" b="b"/>
            <a:pathLst>
              <a:path w="3512184" h="2060575">
                <a:moveTo>
                  <a:pt x="1021753" y="1174191"/>
                </a:moveTo>
                <a:lnTo>
                  <a:pt x="1020826" y="1166545"/>
                </a:lnTo>
                <a:lnTo>
                  <a:pt x="1020318" y="1161199"/>
                </a:lnTo>
                <a:lnTo>
                  <a:pt x="1016622" y="1156627"/>
                </a:lnTo>
                <a:lnTo>
                  <a:pt x="1009370" y="1154125"/>
                </a:lnTo>
                <a:lnTo>
                  <a:pt x="1007160" y="1153972"/>
                </a:lnTo>
                <a:lnTo>
                  <a:pt x="268655" y="1248752"/>
                </a:lnTo>
                <a:lnTo>
                  <a:pt x="268312" y="1245349"/>
                </a:lnTo>
                <a:lnTo>
                  <a:pt x="251701" y="1207020"/>
                </a:lnTo>
                <a:lnTo>
                  <a:pt x="223989" y="1175232"/>
                </a:lnTo>
                <a:lnTo>
                  <a:pt x="186448" y="1152906"/>
                </a:lnTo>
                <a:lnTo>
                  <a:pt x="143776" y="1143520"/>
                </a:lnTo>
                <a:lnTo>
                  <a:pt x="101828" y="1147775"/>
                </a:lnTo>
                <a:lnTo>
                  <a:pt x="63487" y="1164386"/>
                </a:lnTo>
                <a:lnTo>
                  <a:pt x="31699" y="1192098"/>
                </a:lnTo>
                <a:lnTo>
                  <a:pt x="9258" y="1229601"/>
                </a:lnTo>
                <a:lnTo>
                  <a:pt x="0" y="1272311"/>
                </a:lnTo>
                <a:lnTo>
                  <a:pt x="4241" y="1314272"/>
                </a:lnTo>
                <a:lnTo>
                  <a:pt x="20866" y="1352600"/>
                </a:lnTo>
                <a:lnTo>
                  <a:pt x="48577" y="1384388"/>
                </a:lnTo>
                <a:lnTo>
                  <a:pt x="86118" y="1406715"/>
                </a:lnTo>
                <a:lnTo>
                  <a:pt x="128778" y="1416100"/>
                </a:lnTo>
                <a:lnTo>
                  <a:pt x="170738" y="1411846"/>
                </a:lnTo>
                <a:lnTo>
                  <a:pt x="209080" y="1395234"/>
                </a:lnTo>
                <a:lnTo>
                  <a:pt x="240868" y="1367510"/>
                </a:lnTo>
                <a:lnTo>
                  <a:pt x="263182" y="1329969"/>
                </a:lnTo>
                <a:lnTo>
                  <a:pt x="272567" y="1287310"/>
                </a:lnTo>
                <a:lnTo>
                  <a:pt x="271475" y="1276654"/>
                </a:lnTo>
                <a:lnTo>
                  <a:pt x="1008507" y="1181989"/>
                </a:lnTo>
                <a:lnTo>
                  <a:pt x="1016165" y="1181061"/>
                </a:lnTo>
                <a:lnTo>
                  <a:pt x="1021753" y="1174191"/>
                </a:lnTo>
                <a:close/>
              </a:path>
              <a:path w="3512184" h="2060575">
                <a:moveTo>
                  <a:pt x="1714792" y="630339"/>
                </a:moveTo>
                <a:lnTo>
                  <a:pt x="1713725" y="621550"/>
                </a:lnTo>
                <a:lnTo>
                  <a:pt x="1507680" y="462089"/>
                </a:lnTo>
                <a:lnTo>
                  <a:pt x="1426502" y="399288"/>
                </a:lnTo>
                <a:lnTo>
                  <a:pt x="1425155" y="398157"/>
                </a:lnTo>
                <a:lnTo>
                  <a:pt x="1421053" y="396544"/>
                </a:lnTo>
                <a:lnTo>
                  <a:pt x="1418361" y="396303"/>
                </a:lnTo>
                <a:lnTo>
                  <a:pt x="1415986" y="396570"/>
                </a:lnTo>
                <a:lnTo>
                  <a:pt x="718781" y="493268"/>
                </a:lnTo>
                <a:lnTo>
                  <a:pt x="708609" y="469773"/>
                </a:lnTo>
                <a:lnTo>
                  <a:pt x="680885" y="438010"/>
                </a:lnTo>
                <a:lnTo>
                  <a:pt x="643331" y="415696"/>
                </a:lnTo>
                <a:lnTo>
                  <a:pt x="600735" y="406323"/>
                </a:lnTo>
                <a:lnTo>
                  <a:pt x="558787" y="410552"/>
                </a:lnTo>
                <a:lnTo>
                  <a:pt x="520446" y="427151"/>
                </a:lnTo>
                <a:lnTo>
                  <a:pt x="488619" y="454863"/>
                </a:lnTo>
                <a:lnTo>
                  <a:pt x="466267" y="492442"/>
                </a:lnTo>
                <a:lnTo>
                  <a:pt x="456882" y="535101"/>
                </a:lnTo>
                <a:lnTo>
                  <a:pt x="461137" y="577062"/>
                </a:lnTo>
                <a:lnTo>
                  <a:pt x="477748" y="615391"/>
                </a:lnTo>
                <a:lnTo>
                  <a:pt x="505460" y="647179"/>
                </a:lnTo>
                <a:lnTo>
                  <a:pt x="543013" y="669505"/>
                </a:lnTo>
                <a:lnTo>
                  <a:pt x="585673" y="678891"/>
                </a:lnTo>
                <a:lnTo>
                  <a:pt x="627634" y="674636"/>
                </a:lnTo>
                <a:lnTo>
                  <a:pt x="665962" y="658025"/>
                </a:lnTo>
                <a:lnTo>
                  <a:pt x="697750" y="630313"/>
                </a:lnTo>
                <a:lnTo>
                  <a:pt x="720077" y="592759"/>
                </a:lnTo>
                <a:lnTo>
                  <a:pt x="729475" y="550062"/>
                </a:lnTo>
                <a:lnTo>
                  <a:pt x="726478" y="520522"/>
                </a:lnTo>
                <a:lnTo>
                  <a:pt x="1413941" y="425030"/>
                </a:lnTo>
                <a:lnTo>
                  <a:pt x="1696504" y="643661"/>
                </a:lnTo>
                <a:lnTo>
                  <a:pt x="1705292" y="642594"/>
                </a:lnTo>
                <a:lnTo>
                  <a:pt x="1710093" y="636485"/>
                </a:lnTo>
                <a:lnTo>
                  <a:pt x="1714792" y="630339"/>
                </a:lnTo>
                <a:close/>
              </a:path>
              <a:path w="3512184" h="2060575">
                <a:moveTo>
                  <a:pt x="1740319" y="1442440"/>
                </a:moveTo>
                <a:lnTo>
                  <a:pt x="1739506" y="1434833"/>
                </a:lnTo>
                <a:lnTo>
                  <a:pt x="1738947" y="1429118"/>
                </a:lnTo>
                <a:lnTo>
                  <a:pt x="1738820" y="1429067"/>
                </a:lnTo>
                <a:lnTo>
                  <a:pt x="1735162" y="1424635"/>
                </a:lnTo>
                <a:lnTo>
                  <a:pt x="1729981" y="1422946"/>
                </a:lnTo>
                <a:lnTo>
                  <a:pt x="1728241" y="1422260"/>
                </a:lnTo>
                <a:lnTo>
                  <a:pt x="1725663" y="1422082"/>
                </a:lnTo>
                <a:lnTo>
                  <a:pt x="1723504" y="1422412"/>
                </a:lnTo>
                <a:lnTo>
                  <a:pt x="933627" y="1523885"/>
                </a:lnTo>
                <a:lnTo>
                  <a:pt x="915377" y="1469351"/>
                </a:lnTo>
                <a:lnTo>
                  <a:pt x="887666" y="1437551"/>
                </a:lnTo>
                <a:lnTo>
                  <a:pt x="850112" y="1415237"/>
                </a:lnTo>
                <a:lnTo>
                  <a:pt x="807453" y="1405851"/>
                </a:lnTo>
                <a:lnTo>
                  <a:pt x="765492" y="1410106"/>
                </a:lnTo>
                <a:lnTo>
                  <a:pt x="727163" y="1426718"/>
                </a:lnTo>
                <a:lnTo>
                  <a:pt x="695375" y="1454429"/>
                </a:lnTo>
                <a:lnTo>
                  <a:pt x="673049" y="1491970"/>
                </a:lnTo>
                <a:lnTo>
                  <a:pt x="663663" y="1534642"/>
                </a:lnTo>
                <a:lnTo>
                  <a:pt x="667918" y="1576603"/>
                </a:lnTo>
                <a:lnTo>
                  <a:pt x="684530" y="1614932"/>
                </a:lnTo>
                <a:lnTo>
                  <a:pt x="712254" y="1646720"/>
                </a:lnTo>
                <a:lnTo>
                  <a:pt x="749795" y="1669046"/>
                </a:lnTo>
                <a:lnTo>
                  <a:pt x="792454" y="1678419"/>
                </a:lnTo>
                <a:lnTo>
                  <a:pt x="834415" y="1674177"/>
                </a:lnTo>
                <a:lnTo>
                  <a:pt x="872744" y="1657565"/>
                </a:lnTo>
                <a:lnTo>
                  <a:pt x="904544" y="1629841"/>
                </a:lnTo>
                <a:lnTo>
                  <a:pt x="926858" y="1592300"/>
                </a:lnTo>
                <a:lnTo>
                  <a:pt x="935748" y="1551889"/>
                </a:lnTo>
                <a:lnTo>
                  <a:pt x="1727085" y="1450238"/>
                </a:lnTo>
                <a:lnTo>
                  <a:pt x="1734693" y="1449425"/>
                </a:lnTo>
                <a:lnTo>
                  <a:pt x="1740319" y="1442440"/>
                </a:lnTo>
                <a:close/>
              </a:path>
              <a:path w="3512184" h="2060575">
                <a:moveTo>
                  <a:pt x="2653334" y="1488122"/>
                </a:moveTo>
                <a:lnTo>
                  <a:pt x="2651912" y="1480515"/>
                </a:lnTo>
                <a:lnTo>
                  <a:pt x="2651023" y="1475498"/>
                </a:lnTo>
                <a:lnTo>
                  <a:pt x="2647480" y="1471472"/>
                </a:lnTo>
                <a:lnTo>
                  <a:pt x="2640228" y="1468958"/>
                </a:lnTo>
                <a:lnTo>
                  <a:pt x="2637523" y="1468843"/>
                </a:lnTo>
                <a:lnTo>
                  <a:pt x="2634932" y="1469377"/>
                </a:lnTo>
                <a:lnTo>
                  <a:pt x="2113115" y="1580007"/>
                </a:lnTo>
                <a:lnTo>
                  <a:pt x="2109152" y="1583690"/>
                </a:lnTo>
                <a:lnTo>
                  <a:pt x="2107488" y="1588897"/>
                </a:lnTo>
                <a:lnTo>
                  <a:pt x="2037740" y="1817268"/>
                </a:lnTo>
                <a:lnTo>
                  <a:pt x="1310055" y="1912924"/>
                </a:lnTo>
                <a:lnTo>
                  <a:pt x="1291082" y="1851088"/>
                </a:lnTo>
                <a:lnTo>
                  <a:pt x="1263357" y="1819300"/>
                </a:lnTo>
                <a:lnTo>
                  <a:pt x="1225816" y="1796973"/>
                </a:lnTo>
                <a:lnTo>
                  <a:pt x="1183157" y="1787601"/>
                </a:lnTo>
                <a:lnTo>
                  <a:pt x="1141196" y="1791855"/>
                </a:lnTo>
                <a:lnTo>
                  <a:pt x="1102868" y="1808467"/>
                </a:lnTo>
                <a:lnTo>
                  <a:pt x="1071067" y="1836178"/>
                </a:lnTo>
                <a:lnTo>
                  <a:pt x="1048753" y="1873719"/>
                </a:lnTo>
                <a:lnTo>
                  <a:pt x="1039368" y="1916391"/>
                </a:lnTo>
                <a:lnTo>
                  <a:pt x="1043622" y="1958340"/>
                </a:lnTo>
                <a:lnTo>
                  <a:pt x="1060234" y="1996681"/>
                </a:lnTo>
                <a:lnTo>
                  <a:pt x="1087945" y="2028469"/>
                </a:lnTo>
                <a:lnTo>
                  <a:pt x="1125499" y="2050796"/>
                </a:lnTo>
                <a:lnTo>
                  <a:pt x="1168158" y="2060168"/>
                </a:lnTo>
                <a:lnTo>
                  <a:pt x="1210119" y="2055926"/>
                </a:lnTo>
                <a:lnTo>
                  <a:pt x="1248448" y="2039302"/>
                </a:lnTo>
                <a:lnTo>
                  <a:pt x="1280236" y="2011591"/>
                </a:lnTo>
                <a:lnTo>
                  <a:pt x="1302562" y="1974049"/>
                </a:lnTo>
                <a:lnTo>
                  <a:pt x="1309751" y="1941309"/>
                </a:lnTo>
                <a:lnTo>
                  <a:pt x="2055672" y="1843239"/>
                </a:lnTo>
                <a:lnTo>
                  <a:pt x="2060181" y="1839404"/>
                </a:lnTo>
                <a:lnTo>
                  <a:pt x="2131936" y="1604645"/>
                </a:lnTo>
                <a:lnTo>
                  <a:pt x="2640673" y="1496860"/>
                </a:lnTo>
                <a:lnTo>
                  <a:pt x="2648280" y="1495450"/>
                </a:lnTo>
                <a:lnTo>
                  <a:pt x="2653334" y="1488122"/>
                </a:lnTo>
                <a:close/>
              </a:path>
              <a:path w="3512184" h="2060575">
                <a:moveTo>
                  <a:pt x="3511702" y="1208354"/>
                </a:moveTo>
                <a:lnTo>
                  <a:pt x="2940596" y="1315491"/>
                </a:lnTo>
                <a:lnTo>
                  <a:pt x="2776296" y="1207884"/>
                </a:lnTo>
                <a:lnTo>
                  <a:pt x="2657589" y="1130134"/>
                </a:lnTo>
                <a:lnTo>
                  <a:pt x="2654998" y="1128395"/>
                </a:lnTo>
                <a:lnTo>
                  <a:pt x="2651341" y="1127671"/>
                </a:lnTo>
                <a:lnTo>
                  <a:pt x="2342527" y="1185049"/>
                </a:lnTo>
                <a:lnTo>
                  <a:pt x="2250833" y="1203147"/>
                </a:lnTo>
                <a:lnTo>
                  <a:pt x="2210498" y="1211516"/>
                </a:lnTo>
                <a:lnTo>
                  <a:pt x="2191067" y="1215720"/>
                </a:lnTo>
                <a:lnTo>
                  <a:pt x="2191042" y="1215402"/>
                </a:lnTo>
                <a:lnTo>
                  <a:pt x="2174430" y="1177061"/>
                </a:lnTo>
                <a:lnTo>
                  <a:pt x="2146719" y="1145273"/>
                </a:lnTo>
                <a:lnTo>
                  <a:pt x="2109165" y="1122946"/>
                </a:lnTo>
                <a:lnTo>
                  <a:pt x="2066505" y="1113574"/>
                </a:lnTo>
                <a:lnTo>
                  <a:pt x="2024545" y="1117815"/>
                </a:lnTo>
                <a:lnTo>
                  <a:pt x="1986216" y="1134427"/>
                </a:lnTo>
                <a:lnTo>
                  <a:pt x="1954428" y="1162151"/>
                </a:lnTo>
                <a:lnTo>
                  <a:pt x="1932101" y="1199692"/>
                </a:lnTo>
                <a:lnTo>
                  <a:pt x="1922716" y="1242352"/>
                </a:lnTo>
                <a:lnTo>
                  <a:pt x="1926971" y="1284312"/>
                </a:lnTo>
                <a:lnTo>
                  <a:pt x="1943582" y="1322654"/>
                </a:lnTo>
                <a:lnTo>
                  <a:pt x="1971294" y="1354442"/>
                </a:lnTo>
                <a:lnTo>
                  <a:pt x="2008847" y="1376756"/>
                </a:lnTo>
                <a:lnTo>
                  <a:pt x="2051507" y="1386141"/>
                </a:lnTo>
                <a:lnTo>
                  <a:pt x="2093468" y="1381887"/>
                </a:lnTo>
                <a:lnTo>
                  <a:pt x="2131796" y="1365275"/>
                </a:lnTo>
                <a:lnTo>
                  <a:pt x="2163584" y="1337564"/>
                </a:lnTo>
                <a:lnTo>
                  <a:pt x="2185911" y="1300022"/>
                </a:lnTo>
                <a:lnTo>
                  <a:pt x="2195296" y="1257350"/>
                </a:lnTo>
                <a:lnTo>
                  <a:pt x="2193925" y="1243888"/>
                </a:lnTo>
                <a:lnTo>
                  <a:pt x="2216251" y="1238999"/>
                </a:lnTo>
                <a:lnTo>
                  <a:pt x="2256307" y="1230668"/>
                </a:lnTo>
                <a:lnTo>
                  <a:pt x="2395994" y="1203223"/>
                </a:lnTo>
                <a:lnTo>
                  <a:pt x="2647213" y="1156868"/>
                </a:lnTo>
                <a:lnTo>
                  <a:pt x="2929928" y="1341856"/>
                </a:lnTo>
                <a:lnTo>
                  <a:pt x="2932988" y="1343787"/>
                </a:lnTo>
                <a:lnTo>
                  <a:pt x="2936646" y="1344510"/>
                </a:lnTo>
                <a:lnTo>
                  <a:pt x="2989135" y="1334668"/>
                </a:lnTo>
                <a:lnTo>
                  <a:pt x="3309226" y="1274673"/>
                </a:lnTo>
                <a:lnTo>
                  <a:pt x="3393262" y="1550568"/>
                </a:lnTo>
                <a:lnTo>
                  <a:pt x="2733840" y="1758619"/>
                </a:lnTo>
                <a:lnTo>
                  <a:pt x="2725382" y="1739087"/>
                </a:lnTo>
                <a:lnTo>
                  <a:pt x="2697657" y="1707299"/>
                </a:lnTo>
                <a:lnTo>
                  <a:pt x="2660116" y="1684972"/>
                </a:lnTo>
                <a:lnTo>
                  <a:pt x="2617457" y="1675587"/>
                </a:lnTo>
                <a:lnTo>
                  <a:pt x="2575496" y="1679841"/>
                </a:lnTo>
                <a:lnTo>
                  <a:pt x="2537168" y="1696453"/>
                </a:lnTo>
                <a:lnTo>
                  <a:pt x="2505379" y="1724177"/>
                </a:lnTo>
                <a:lnTo>
                  <a:pt x="2483053" y="1761718"/>
                </a:lnTo>
                <a:lnTo>
                  <a:pt x="2473668" y="1804377"/>
                </a:lnTo>
                <a:lnTo>
                  <a:pt x="2477922" y="1846338"/>
                </a:lnTo>
                <a:lnTo>
                  <a:pt x="2494534" y="1884667"/>
                </a:lnTo>
                <a:lnTo>
                  <a:pt x="2522245" y="1916468"/>
                </a:lnTo>
                <a:lnTo>
                  <a:pt x="2559799" y="1938782"/>
                </a:lnTo>
                <a:lnTo>
                  <a:pt x="2602458" y="1948167"/>
                </a:lnTo>
                <a:lnTo>
                  <a:pt x="2644419" y="1943912"/>
                </a:lnTo>
                <a:lnTo>
                  <a:pt x="2682748" y="1927301"/>
                </a:lnTo>
                <a:lnTo>
                  <a:pt x="2714536" y="1899589"/>
                </a:lnTo>
                <a:lnTo>
                  <a:pt x="2736862" y="1862035"/>
                </a:lnTo>
                <a:lnTo>
                  <a:pt x="2746248" y="1819376"/>
                </a:lnTo>
                <a:lnTo>
                  <a:pt x="2742781" y="1785277"/>
                </a:lnTo>
                <a:lnTo>
                  <a:pt x="3414788" y="1573187"/>
                </a:lnTo>
                <a:lnTo>
                  <a:pt x="3422129" y="1570951"/>
                </a:lnTo>
                <a:lnTo>
                  <a:pt x="3426282" y="1563154"/>
                </a:lnTo>
                <a:lnTo>
                  <a:pt x="3424085" y="1555711"/>
                </a:lnTo>
                <a:lnTo>
                  <a:pt x="3342436" y="1287805"/>
                </a:lnTo>
                <a:lnTo>
                  <a:pt x="3336848" y="1269466"/>
                </a:lnTo>
                <a:lnTo>
                  <a:pt x="3511702" y="1236624"/>
                </a:lnTo>
                <a:lnTo>
                  <a:pt x="3511702" y="1208354"/>
                </a:lnTo>
                <a:close/>
              </a:path>
              <a:path w="3512184" h="2060575">
                <a:moveTo>
                  <a:pt x="3511702" y="775436"/>
                </a:moveTo>
                <a:lnTo>
                  <a:pt x="3162668" y="800201"/>
                </a:lnTo>
                <a:lnTo>
                  <a:pt x="2807284" y="611327"/>
                </a:lnTo>
                <a:lnTo>
                  <a:pt x="2583523" y="492417"/>
                </a:lnTo>
                <a:lnTo>
                  <a:pt x="2581160" y="491121"/>
                </a:lnTo>
                <a:lnTo>
                  <a:pt x="2579103" y="490664"/>
                </a:lnTo>
                <a:lnTo>
                  <a:pt x="2578658" y="490499"/>
                </a:lnTo>
                <a:lnTo>
                  <a:pt x="2172932" y="526567"/>
                </a:lnTo>
                <a:lnTo>
                  <a:pt x="2158695" y="493687"/>
                </a:lnTo>
                <a:lnTo>
                  <a:pt x="2130996" y="461911"/>
                </a:lnTo>
                <a:lnTo>
                  <a:pt x="2093455" y="439585"/>
                </a:lnTo>
                <a:lnTo>
                  <a:pt x="2050796" y="430212"/>
                </a:lnTo>
                <a:lnTo>
                  <a:pt x="2008835" y="434454"/>
                </a:lnTo>
                <a:lnTo>
                  <a:pt x="1970506" y="451078"/>
                </a:lnTo>
                <a:lnTo>
                  <a:pt x="1938718" y="478790"/>
                </a:lnTo>
                <a:lnTo>
                  <a:pt x="1916391" y="516331"/>
                </a:lnTo>
                <a:lnTo>
                  <a:pt x="1907006" y="558990"/>
                </a:lnTo>
                <a:lnTo>
                  <a:pt x="1911261" y="600951"/>
                </a:lnTo>
                <a:lnTo>
                  <a:pt x="1927872" y="639292"/>
                </a:lnTo>
                <a:lnTo>
                  <a:pt x="1955584" y="671080"/>
                </a:lnTo>
                <a:lnTo>
                  <a:pt x="1993138" y="693407"/>
                </a:lnTo>
                <a:lnTo>
                  <a:pt x="2035797" y="702779"/>
                </a:lnTo>
                <a:lnTo>
                  <a:pt x="2077758" y="698538"/>
                </a:lnTo>
                <a:lnTo>
                  <a:pt x="2116086" y="681913"/>
                </a:lnTo>
                <a:lnTo>
                  <a:pt x="2147874" y="654202"/>
                </a:lnTo>
                <a:lnTo>
                  <a:pt x="2170201" y="616661"/>
                </a:lnTo>
                <a:lnTo>
                  <a:pt x="2179548" y="573976"/>
                </a:lnTo>
                <a:lnTo>
                  <a:pt x="2177554" y="554342"/>
                </a:lnTo>
                <a:lnTo>
                  <a:pt x="2573934" y="519099"/>
                </a:lnTo>
                <a:lnTo>
                  <a:pt x="3114205" y="806132"/>
                </a:lnTo>
                <a:lnTo>
                  <a:pt x="3090087" y="808012"/>
                </a:lnTo>
                <a:lnTo>
                  <a:pt x="3040329" y="812634"/>
                </a:lnTo>
                <a:lnTo>
                  <a:pt x="2924708" y="825017"/>
                </a:lnTo>
                <a:lnTo>
                  <a:pt x="2882277" y="830008"/>
                </a:lnTo>
                <a:lnTo>
                  <a:pt x="2844406" y="808951"/>
                </a:lnTo>
                <a:lnTo>
                  <a:pt x="2652077" y="701979"/>
                </a:lnTo>
                <a:lnTo>
                  <a:pt x="2648801" y="701509"/>
                </a:lnTo>
                <a:lnTo>
                  <a:pt x="2645460" y="702106"/>
                </a:lnTo>
                <a:lnTo>
                  <a:pt x="1693011" y="891298"/>
                </a:lnTo>
                <a:lnTo>
                  <a:pt x="1562265" y="797674"/>
                </a:lnTo>
                <a:lnTo>
                  <a:pt x="1465427" y="728332"/>
                </a:lnTo>
                <a:lnTo>
                  <a:pt x="1462252" y="726008"/>
                </a:lnTo>
                <a:lnTo>
                  <a:pt x="1457655" y="725258"/>
                </a:lnTo>
                <a:lnTo>
                  <a:pt x="1131316" y="828078"/>
                </a:lnTo>
                <a:lnTo>
                  <a:pt x="1130477" y="828319"/>
                </a:lnTo>
                <a:lnTo>
                  <a:pt x="1115758" y="794334"/>
                </a:lnTo>
                <a:lnTo>
                  <a:pt x="1088047" y="762533"/>
                </a:lnTo>
                <a:lnTo>
                  <a:pt x="1050493" y="740219"/>
                </a:lnTo>
                <a:lnTo>
                  <a:pt x="1007833" y="730834"/>
                </a:lnTo>
                <a:lnTo>
                  <a:pt x="965873" y="735088"/>
                </a:lnTo>
                <a:lnTo>
                  <a:pt x="927544" y="751700"/>
                </a:lnTo>
                <a:lnTo>
                  <a:pt x="895756" y="779411"/>
                </a:lnTo>
                <a:lnTo>
                  <a:pt x="873429" y="816952"/>
                </a:lnTo>
                <a:lnTo>
                  <a:pt x="864044" y="859624"/>
                </a:lnTo>
                <a:lnTo>
                  <a:pt x="868299" y="901585"/>
                </a:lnTo>
                <a:lnTo>
                  <a:pt x="884910" y="939914"/>
                </a:lnTo>
                <a:lnTo>
                  <a:pt x="912622" y="971702"/>
                </a:lnTo>
                <a:lnTo>
                  <a:pt x="950175" y="994029"/>
                </a:lnTo>
                <a:lnTo>
                  <a:pt x="992835" y="1003401"/>
                </a:lnTo>
                <a:lnTo>
                  <a:pt x="1034796" y="999159"/>
                </a:lnTo>
                <a:lnTo>
                  <a:pt x="1073124" y="982548"/>
                </a:lnTo>
                <a:lnTo>
                  <a:pt x="1104912" y="954824"/>
                </a:lnTo>
                <a:lnTo>
                  <a:pt x="1127239" y="917282"/>
                </a:lnTo>
                <a:lnTo>
                  <a:pt x="1136624" y="874623"/>
                </a:lnTo>
                <a:lnTo>
                  <a:pt x="1134745" y="856119"/>
                </a:lnTo>
                <a:lnTo>
                  <a:pt x="1139380" y="854811"/>
                </a:lnTo>
                <a:lnTo>
                  <a:pt x="1139672" y="854684"/>
                </a:lnTo>
                <a:lnTo>
                  <a:pt x="1455089" y="755319"/>
                </a:lnTo>
                <a:lnTo>
                  <a:pt x="1681594" y="917498"/>
                </a:lnTo>
                <a:lnTo>
                  <a:pt x="1684731" y="919810"/>
                </a:lnTo>
                <a:lnTo>
                  <a:pt x="1688706" y="920661"/>
                </a:lnTo>
                <a:lnTo>
                  <a:pt x="1692579" y="919924"/>
                </a:lnTo>
                <a:lnTo>
                  <a:pt x="1741055" y="910285"/>
                </a:lnTo>
                <a:lnTo>
                  <a:pt x="2645841" y="730453"/>
                </a:lnTo>
                <a:lnTo>
                  <a:pt x="2871736" y="856195"/>
                </a:lnTo>
                <a:lnTo>
                  <a:pt x="2875000" y="858075"/>
                </a:lnTo>
                <a:lnTo>
                  <a:pt x="2877997" y="858672"/>
                </a:lnTo>
                <a:lnTo>
                  <a:pt x="2937306" y="851763"/>
                </a:lnTo>
                <a:lnTo>
                  <a:pt x="3017164" y="843051"/>
                </a:lnTo>
                <a:lnTo>
                  <a:pt x="3092424" y="835850"/>
                </a:lnTo>
                <a:lnTo>
                  <a:pt x="3133407" y="832967"/>
                </a:lnTo>
                <a:lnTo>
                  <a:pt x="3156547" y="832307"/>
                </a:lnTo>
                <a:lnTo>
                  <a:pt x="3158858" y="832510"/>
                </a:lnTo>
                <a:lnTo>
                  <a:pt x="3161322" y="832650"/>
                </a:lnTo>
                <a:lnTo>
                  <a:pt x="3167024" y="834898"/>
                </a:lnTo>
                <a:lnTo>
                  <a:pt x="3173806" y="832802"/>
                </a:lnTo>
                <a:lnTo>
                  <a:pt x="3177514" y="827341"/>
                </a:lnTo>
                <a:lnTo>
                  <a:pt x="3223133" y="824103"/>
                </a:lnTo>
                <a:lnTo>
                  <a:pt x="3511702" y="803605"/>
                </a:lnTo>
                <a:lnTo>
                  <a:pt x="3511702" y="775436"/>
                </a:lnTo>
                <a:close/>
              </a:path>
              <a:path w="3512184" h="2060575">
                <a:moveTo>
                  <a:pt x="3511702" y="322554"/>
                </a:moveTo>
                <a:lnTo>
                  <a:pt x="3309328" y="340893"/>
                </a:lnTo>
                <a:lnTo>
                  <a:pt x="3102673" y="117614"/>
                </a:lnTo>
                <a:lnTo>
                  <a:pt x="3058553" y="69951"/>
                </a:lnTo>
                <a:lnTo>
                  <a:pt x="3055734" y="66802"/>
                </a:lnTo>
                <a:lnTo>
                  <a:pt x="3051594" y="65163"/>
                </a:lnTo>
                <a:lnTo>
                  <a:pt x="2531707" y="97815"/>
                </a:lnTo>
                <a:lnTo>
                  <a:pt x="2516848" y="63500"/>
                </a:lnTo>
                <a:lnTo>
                  <a:pt x="2489123" y="31711"/>
                </a:lnTo>
                <a:lnTo>
                  <a:pt x="2451582" y="9385"/>
                </a:lnTo>
                <a:lnTo>
                  <a:pt x="2408923" y="0"/>
                </a:lnTo>
                <a:lnTo>
                  <a:pt x="2366962" y="4254"/>
                </a:lnTo>
                <a:lnTo>
                  <a:pt x="2328634" y="20866"/>
                </a:lnTo>
                <a:lnTo>
                  <a:pt x="2296833" y="48577"/>
                </a:lnTo>
                <a:lnTo>
                  <a:pt x="2274519" y="86131"/>
                </a:lnTo>
                <a:lnTo>
                  <a:pt x="2265134" y="128790"/>
                </a:lnTo>
                <a:lnTo>
                  <a:pt x="2269388" y="170751"/>
                </a:lnTo>
                <a:lnTo>
                  <a:pt x="2286000" y="209080"/>
                </a:lnTo>
                <a:lnTo>
                  <a:pt x="2313711" y="240868"/>
                </a:lnTo>
                <a:lnTo>
                  <a:pt x="2351265" y="263194"/>
                </a:lnTo>
                <a:lnTo>
                  <a:pt x="2393924" y="272580"/>
                </a:lnTo>
                <a:lnTo>
                  <a:pt x="2435885" y="268325"/>
                </a:lnTo>
                <a:lnTo>
                  <a:pt x="2474214" y="251714"/>
                </a:lnTo>
                <a:lnTo>
                  <a:pt x="2506002" y="224002"/>
                </a:lnTo>
                <a:lnTo>
                  <a:pt x="2528328" y="186448"/>
                </a:lnTo>
                <a:lnTo>
                  <a:pt x="2537714" y="143789"/>
                </a:lnTo>
                <a:lnTo>
                  <a:pt x="2535859" y="125615"/>
                </a:lnTo>
                <a:lnTo>
                  <a:pt x="3042539" y="93853"/>
                </a:lnTo>
                <a:lnTo>
                  <a:pt x="3296399" y="368173"/>
                </a:lnTo>
                <a:lnTo>
                  <a:pt x="3300742" y="369887"/>
                </a:lnTo>
                <a:lnTo>
                  <a:pt x="3305086" y="369455"/>
                </a:lnTo>
                <a:lnTo>
                  <a:pt x="3367303" y="363816"/>
                </a:lnTo>
                <a:lnTo>
                  <a:pt x="3511702" y="350710"/>
                </a:lnTo>
                <a:lnTo>
                  <a:pt x="3511702" y="3225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272052"/>
            <a:ext cx="5196840" cy="1721485"/>
          </a:xfrm>
          <a:custGeom>
            <a:avLst/>
            <a:gdLst/>
            <a:ahLst/>
            <a:cxnLst/>
            <a:rect l="l" t="t" r="r" b="b"/>
            <a:pathLst>
              <a:path w="5196840" h="1721484">
                <a:moveTo>
                  <a:pt x="2850108" y="1033616"/>
                </a:moveTo>
                <a:lnTo>
                  <a:pt x="2714034" y="1033616"/>
                </a:lnTo>
                <a:lnTo>
                  <a:pt x="2723418" y="1012418"/>
                </a:lnTo>
                <a:lnTo>
                  <a:pt x="2738926" y="995546"/>
                </a:lnTo>
                <a:lnTo>
                  <a:pt x="2759159" y="984397"/>
                </a:lnTo>
                <a:lnTo>
                  <a:pt x="2782721" y="980371"/>
                </a:lnTo>
                <a:lnTo>
                  <a:pt x="2810286" y="985973"/>
                </a:lnTo>
                <a:lnTo>
                  <a:pt x="2832860" y="1001225"/>
                </a:lnTo>
                <a:lnTo>
                  <a:pt x="2848113" y="1023799"/>
                </a:lnTo>
                <a:lnTo>
                  <a:pt x="2850036" y="1033262"/>
                </a:lnTo>
                <a:lnTo>
                  <a:pt x="2850108" y="1033616"/>
                </a:lnTo>
                <a:close/>
              </a:path>
              <a:path w="5196840" h="1721484">
                <a:moveTo>
                  <a:pt x="211490" y="1721372"/>
                </a:moveTo>
                <a:lnTo>
                  <a:pt x="0" y="1721372"/>
                </a:lnTo>
                <a:lnTo>
                  <a:pt x="0" y="1685875"/>
                </a:lnTo>
                <a:lnTo>
                  <a:pt x="198356" y="1685875"/>
                </a:lnTo>
                <a:lnTo>
                  <a:pt x="846356" y="1037876"/>
                </a:lnTo>
                <a:lnTo>
                  <a:pt x="847243" y="1037166"/>
                </a:lnTo>
                <a:lnTo>
                  <a:pt x="848308" y="1036456"/>
                </a:lnTo>
                <a:lnTo>
                  <a:pt x="852213" y="1033971"/>
                </a:lnTo>
                <a:lnTo>
                  <a:pt x="856295" y="1033262"/>
                </a:lnTo>
                <a:lnTo>
                  <a:pt x="860022" y="1033616"/>
                </a:lnTo>
                <a:lnTo>
                  <a:pt x="2850108" y="1033616"/>
                </a:lnTo>
                <a:lnTo>
                  <a:pt x="2853715" y="1051365"/>
                </a:lnTo>
                <a:lnTo>
                  <a:pt x="2850108" y="1069113"/>
                </a:lnTo>
                <a:lnTo>
                  <a:pt x="865346" y="1069113"/>
                </a:lnTo>
                <a:lnTo>
                  <a:pt x="219122" y="1715338"/>
                </a:lnTo>
                <a:lnTo>
                  <a:pt x="216105" y="1718887"/>
                </a:lnTo>
                <a:lnTo>
                  <a:pt x="211490" y="1721372"/>
                </a:lnTo>
                <a:close/>
              </a:path>
              <a:path w="5196840" h="1721484">
                <a:moveTo>
                  <a:pt x="2782721" y="1122359"/>
                </a:moveTo>
                <a:lnTo>
                  <a:pt x="2759259" y="1118332"/>
                </a:lnTo>
                <a:lnTo>
                  <a:pt x="2739059" y="1107184"/>
                </a:lnTo>
                <a:lnTo>
                  <a:pt x="2723518" y="1090312"/>
                </a:lnTo>
                <a:lnTo>
                  <a:pt x="2714034" y="1069113"/>
                </a:lnTo>
                <a:lnTo>
                  <a:pt x="2850108" y="1069113"/>
                </a:lnTo>
                <a:lnTo>
                  <a:pt x="2848113" y="1078931"/>
                </a:lnTo>
                <a:lnTo>
                  <a:pt x="2832860" y="1101505"/>
                </a:lnTo>
                <a:lnTo>
                  <a:pt x="2810286" y="1116757"/>
                </a:lnTo>
                <a:lnTo>
                  <a:pt x="2782721" y="1122359"/>
                </a:lnTo>
                <a:close/>
              </a:path>
              <a:path w="5196840" h="1721484">
                <a:moveTo>
                  <a:pt x="1021711" y="1481944"/>
                </a:moveTo>
                <a:lnTo>
                  <a:pt x="981014" y="1473694"/>
                </a:lnTo>
                <a:lnTo>
                  <a:pt x="947722" y="1451217"/>
                </a:lnTo>
                <a:lnTo>
                  <a:pt x="925245" y="1417925"/>
                </a:lnTo>
                <a:lnTo>
                  <a:pt x="916995" y="1377228"/>
                </a:lnTo>
                <a:lnTo>
                  <a:pt x="925245" y="1336531"/>
                </a:lnTo>
                <a:lnTo>
                  <a:pt x="947722" y="1303239"/>
                </a:lnTo>
                <a:lnTo>
                  <a:pt x="981014" y="1280762"/>
                </a:lnTo>
                <a:lnTo>
                  <a:pt x="1021711" y="1272511"/>
                </a:lnTo>
                <a:lnTo>
                  <a:pt x="1058517" y="1279187"/>
                </a:lnTo>
                <a:lnTo>
                  <a:pt x="1089599" y="1297559"/>
                </a:lnTo>
                <a:lnTo>
                  <a:pt x="1112561" y="1325150"/>
                </a:lnTo>
                <a:lnTo>
                  <a:pt x="1125008" y="1359479"/>
                </a:lnTo>
                <a:lnTo>
                  <a:pt x="5193092" y="1359479"/>
                </a:lnTo>
                <a:lnTo>
                  <a:pt x="5196699" y="1377228"/>
                </a:lnTo>
                <a:lnTo>
                  <a:pt x="5193092" y="1394976"/>
                </a:lnTo>
                <a:lnTo>
                  <a:pt x="1125008" y="1394976"/>
                </a:lnTo>
                <a:lnTo>
                  <a:pt x="1112537" y="1429381"/>
                </a:lnTo>
                <a:lnTo>
                  <a:pt x="1089533" y="1456963"/>
                </a:lnTo>
                <a:lnTo>
                  <a:pt x="1058442" y="1475294"/>
                </a:lnTo>
                <a:lnTo>
                  <a:pt x="1021711" y="1481944"/>
                </a:lnTo>
                <a:close/>
              </a:path>
              <a:path w="5196840" h="1721484">
                <a:moveTo>
                  <a:pt x="5193092" y="1359479"/>
                </a:moveTo>
                <a:lnTo>
                  <a:pt x="5057018" y="1359479"/>
                </a:lnTo>
                <a:lnTo>
                  <a:pt x="5066403" y="1338281"/>
                </a:lnTo>
                <a:lnTo>
                  <a:pt x="5081911" y="1321409"/>
                </a:lnTo>
                <a:lnTo>
                  <a:pt x="5102144" y="1310260"/>
                </a:lnTo>
                <a:lnTo>
                  <a:pt x="5125705" y="1306234"/>
                </a:lnTo>
                <a:lnTo>
                  <a:pt x="5153271" y="1311836"/>
                </a:lnTo>
                <a:lnTo>
                  <a:pt x="5175845" y="1327088"/>
                </a:lnTo>
                <a:lnTo>
                  <a:pt x="5191097" y="1349662"/>
                </a:lnTo>
                <a:lnTo>
                  <a:pt x="5193092" y="1359479"/>
                </a:lnTo>
                <a:close/>
              </a:path>
              <a:path w="5196840" h="1721484">
                <a:moveTo>
                  <a:pt x="5125705" y="1448222"/>
                </a:moveTo>
                <a:lnTo>
                  <a:pt x="5102244" y="1444195"/>
                </a:lnTo>
                <a:lnTo>
                  <a:pt x="5082044" y="1433047"/>
                </a:lnTo>
                <a:lnTo>
                  <a:pt x="5066503" y="1416175"/>
                </a:lnTo>
                <a:lnTo>
                  <a:pt x="5057018" y="1394976"/>
                </a:lnTo>
                <a:lnTo>
                  <a:pt x="5193092" y="1394976"/>
                </a:lnTo>
                <a:lnTo>
                  <a:pt x="5191097" y="1404794"/>
                </a:lnTo>
                <a:lnTo>
                  <a:pt x="5175845" y="1427368"/>
                </a:lnTo>
                <a:lnTo>
                  <a:pt x="5153271" y="1442620"/>
                </a:lnTo>
                <a:lnTo>
                  <a:pt x="5125705" y="1448222"/>
                </a:lnTo>
                <a:close/>
              </a:path>
              <a:path w="5196840" h="1721484">
                <a:moveTo>
                  <a:pt x="2699634" y="86199"/>
                </a:moveTo>
                <a:lnTo>
                  <a:pt x="2493420" y="86199"/>
                </a:lnTo>
                <a:lnTo>
                  <a:pt x="2499604" y="64668"/>
                </a:lnTo>
                <a:lnTo>
                  <a:pt x="2510281" y="44801"/>
                </a:lnTo>
                <a:lnTo>
                  <a:pt x="2525217" y="27396"/>
                </a:lnTo>
                <a:lnTo>
                  <a:pt x="2544181" y="13253"/>
                </a:lnTo>
                <a:lnTo>
                  <a:pt x="2583679" y="0"/>
                </a:lnTo>
                <a:lnTo>
                  <a:pt x="2623628" y="2803"/>
                </a:lnTo>
                <a:lnTo>
                  <a:pt x="2659615" y="20416"/>
                </a:lnTo>
                <a:lnTo>
                  <a:pt x="2687234" y="51590"/>
                </a:lnTo>
                <a:lnTo>
                  <a:pt x="2699634" y="86199"/>
                </a:lnTo>
                <a:close/>
              </a:path>
              <a:path w="5196840" h="1721484">
                <a:moveTo>
                  <a:pt x="944621" y="426439"/>
                </a:moveTo>
                <a:lnTo>
                  <a:pt x="903683" y="426439"/>
                </a:lnTo>
                <a:lnTo>
                  <a:pt x="1095013" y="95073"/>
                </a:lnTo>
                <a:lnTo>
                  <a:pt x="1095545" y="93831"/>
                </a:lnTo>
                <a:lnTo>
                  <a:pt x="1096433" y="92766"/>
                </a:lnTo>
                <a:lnTo>
                  <a:pt x="1097320" y="91879"/>
                </a:lnTo>
                <a:lnTo>
                  <a:pt x="1101580" y="87441"/>
                </a:lnTo>
                <a:lnTo>
                  <a:pt x="1106727" y="85667"/>
                </a:lnTo>
                <a:lnTo>
                  <a:pt x="1111696" y="86199"/>
                </a:lnTo>
                <a:lnTo>
                  <a:pt x="2699634" y="86199"/>
                </a:lnTo>
                <a:lnTo>
                  <a:pt x="2699863" y="86837"/>
                </a:lnTo>
                <a:lnTo>
                  <a:pt x="2699491" y="121874"/>
                </a:lnTo>
                <a:lnTo>
                  <a:pt x="1120570" y="121874"/>
                </a:lnTo>
                <a:lnTo>
                  <a:pt x="944621" y="426439"/>
                </a:lnTo>
                <a:close/>
              </a:path>
              <a:path w="5196840" h="1721484">
                <a:moveTo>
                  <a:pt x="2596768" y="208772"/>
                </a:moveTo>
                <a:lnTo>
                  <a:pt x="2530139" y="185028"/>
                </a:lnTo>
                <a:lnTo>
                  <a:pt x="2501453" y="148105"/>
                </a:lnTo>
                <a:lnTo>
                  <a:pt x="2493242" y="121874"/>
                </a:lnTo>
                <a:lnTo>
                  <a:pt x="2699491" y="121874"/>
                </a:lnTo>
                <a:lnTo>
                  <a:pt x="2699480" y="122850"/>
                </a:lnTo>
                <a:lnTo>
                  <a:pt x="2686984" y="156467"/>
                </a:lnTo>
                <a:lnTo>
                  <a:pt x="2663273" y="184526"/>
                </a:lnTo>
                <a:lnTo>
                  <a:pt x="2673522" y="202275"/>
                </a:lnTo>
                <a:lnTo>
                  <a:pt x="2632745" y="202275"/>
                </a:lnTo>
                <a:lnTo>
                  <a:pt x="2596768" y="208772"/>
                </a:lnTo>
                <a:close/>
              </a:path>
              <a:path w="5196840" h="1721484">
                <a:moveTo>
                  <a:pt x="3938150" y="708462"/>
                </a:moveTo>
                <a:lnTo>
                  <a:pt x="3914688" y="704436"/>
                </a:lnTo>
                <a:lnTo>
                  <a:pt x="3894488" y="693288"/>
                </a:lnTo>
                <a:lnTo>
                  <a:pt x="3878947" y="676415"/>
                </a:lnTo>
                <a:lnTo>
                  <a:pt x="3869463" y="655217"/>
                </a:lnTo>
                <a:lnTo>
                  <a:pt x="2898441" y="655217"/>
                </a:lnTo>
                <a:lnTo>
                  <a:pt x="2892406" y="652555"/>
                </a:lnTo>
                <a:lnTo>
                  <a:pt x="2889034" y="646343"/>
                </a:lnTo>
                <a:lnTo>
                  <a:pt x="2632745" y="202275"/>
                </a:lnTo>
                <a:lnTo>
                  <a:pt x="2673522" y="202275"/>
                </a:lnTo>
                <a:lnTo>
                  <a:pt x="2914592" y="619720"/>
                </a:lnTo>
                <a:lnTo>
                  <a:pt x="4005537" y="619720"/>
                </a:lnTo>
                <a:lnTo>
                  <a:pt x="4009144" y="637468"/>
                </a:lnTo>
                <a:lnTo>
                  <a:pt x="4003542" y="665034"/>
                </a:lnTo>
                <a:lnTo>
                  <a:pt x="3988289" y="687608"/>
                </a:lnTo>
                <a:lnTo>
                  <a:pt x="3965716" y="702861"/>
                </a:lnTo>
                <a:lnTo>
                  <a:pt x="3938150" y="708462"/>
                </a:lnTo>
                <a:close/>
              </a:path>
              <a:path w="5196840" h="1721484">
                <a:moveTo>
                  <a:pt x="0" y="507288"/>
                </a:moveTo>
                <a:lnTo>
                  <a:pt x="0" y="456894"/>
                </a:lnTo>
                <a:lnTo>
                  <a:pt x="26196" y="430698"/>
                </a:lnTo>
                <a:lnTo>
                  <a:pt x="27083" y="429988"/>
                </a:lnTo>
                <a:lnTo>
                  <a:pt x="28148" y="429278"/>
                </a:lnTo>
                <a:lnTo>
                  <a:pt x="32230" y="426793"/>
                </a:lnTo>
                <a:lnTo>
                  <a:pt x="36312" y="426084"/>
                </a:lnTo>
                <a:lnTo>
                  <a:pt x="40039" y="426439"/>
                </a:lnTo>
                <a:lnTo>
                  <a:pt x="944621" y="426439"/>
                </a:lnTo>
                <a:lnTo>
                  <a:pt x="929241" y="453061"/>
                </a:lnTo>
                <a:lnTo>
                  <a:pt x="926402" y="458209"/>
                </a:lnTo>
                <a:lnTo>
                  <a:pt x="921254" y="461936"/>
                </a:lnTo>
                <a:lnTo>
                  <a:pt x="45364" y="461936"/>
                </a:lnTo>
                <a:lnTo>
                  <a:pt x="0" y="507288"/>
                </a:lnTo>
                <a:close/>
              </a:path>
              <a:path w="5196840" h="1721484">
                <a:moveTo>
                  <a:pt x="4005537" y="619720"/>
                </a:moveTo>
                <a:lnTo>
                  <a:pt x="3869463" y="619720"/>
                </a:lnTo>
                <a:lnTo>
                  <a:pt x="3878848" y="598521"/>
                </a:lnTo>
                <a:lnTo>
                  <a:pt x="3894355" y="581649"/>
                </a:lnTo>
                <a:lnTo>
                  <a:pt x="3914589" y="570501"/>
                </a:lnTo>
                <a:lnTo>
                  <a:pt x="3938150" y="566474"/>
                </a:lnTo>
                <a:lnTo>
                  <a:pt x="3965716" y="572076"/>
                </a:lnTo>
                <a:lnTo>
                  <a:pt x="3988289" y="587329"/>
                </a:lnTo>
                <a:lnTo>
                  <a:pt x="4003542" y="609903"/>
                </a:lnTo>
                <a:lnTo>
                  <a:pt x="4005537" y="619720"/>
                </a:lnTo>
                <a:close/>
              </a:path>
              <a:path w="5196840" h="1721484">
                <a:moveTo>
                  <a:pt x="0" y="938768"/>
                </a:moveTo>
                <a:lnTo>
                  <a:pt x="0" y="888184"/>
                </a:lnTo>
                <a:lnTo>
                  <a:pt x="132332" y="755851"/>
                </a:lnTo>
                <a:lnTo>
                  <a:pt x="136769" y="753899"/>
                </a:lnTo>
                <a:lnTo>
                  <a:pt x="1550795" y="753899"/>
                </a:lnTo>
                <a:lnTo>
                  <a:pt x="1563266" y="719495"/>
                </a:lnTo>
                <a:lnTo>
                  <a:pt x="1586270" y="691913"/>
                </a:lnTo>
                <a:lnTo>
                  <a:pt x="1617361" y="673582"/>
                </a:lnTo>
                <a:lnTo>
                  <a:pt x="1654092" y="666932"/>
                </a:lnTo>
                <a:lnTo>
                  <a:pt x="1694789" y="675182"/>
                </a:lnTo>
                <a:lnTo>
                  <a:pt x="1728081" y="697659"/>
                </a:lnTo>
                <a:lnTo>
                  <a:pt x="1750558" y="730951"/>
                </a:lnTo>
                <a:lnTo>
                  <a:pt x="1758808" y="771648"/>
                </a:lnTo>
                <a:lnTo>
                  <a:pt x="1755210" y="789396"/>
                </a:lnTo>
                <a:lnTo>
                  <a:pt x="149371" y="789396"/>
                </a:lnTo>
                <a:lnTo>
                  <a:pt x="0" y="938768"/>
                </a:lnTo>
                <a:close/>
              </a:path>
              <a:path w="5196840" h="1721484">
                <a:moveTo>
                  <a:pt x="1654092" y="876364"/>
                </a:moveTo>
                <a:lnTo>
                  <a:pt x="1617363" y="869714"/>
                </a:lnTo>
                <a:lnTo>
                  <a:pt x="1586292" y="851383"/>
                </a:lnTo>
                <a:lnTo>
                  <a:pt x="1563341" y="823801"/>
                </a:lnTo>
                <a:lnTo>
                  <a:pt x="1550973" y="789396"/>
                </a:lnTo>
                <a:lnTo>
                  <a:pt x="1755210" y="789396"/>
                </a:lnTo>
                <a:lnTo>
                  <a:pt x="1750558" y="812345"/>
                </a:lnTo>
                <a:lnTo>
                  <a:pt x="1728081" y="845637"/>
                </a:lnTo>
                <a:lnTo>
                  <a:pt x="1694789" y="868114"/>
                </a:lnTo>
                <a:lnTo>
                  <a:pt x="1654092" y="8763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37256" y="658496"/>
            <a:ext cx="14736144" cy="1066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CONCLUSION </a:t>
            </a:r>
            <a:endParaRPr spc="-10" dirty="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2051" y="1771876"/>
            <a:ext cx="3790949" cy="200024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4E2EE6A-CBBD-C4E6-E881-27D696362F46}"/>
              </a:ext>
            </a:extLst>
          </p:cNvPr>
          <p:cNvSpPr/>
          <p:nvPr/>
        </p:nvSpPr>
        <p:spPr>
          <a:xfrm>
            <a:off x="9829800" y="3296523"/>
            <a:ext cx="8060530" cy="45901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3BC67EA3-AFA3-2421-BD3B-4F80A9D70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3662" y="3631847"/>
            <a:ext cx="352425" cy="35242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5EA50BE-8EF6-A8E6-AF25-F34693E789F1}"/>
              </a:ext>
            </a:extLst>
          </p:cNvPr>
          <p:cNvSpPr txBox="1"/>
          <p:nvPr/>
        </p:nvSpPr>
        <p:spPr>
          <a:xfrm>
            <a:off x="10822782" y="3629081"/>
            <a:ext cx="495061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2200" b="1" i="0" u="none" dirty="0">
                <a:solidFill>
                  <a:srgbClr val="1E293B"/>
                </a:solidFill>
                <a:latin typeface="Poppins"/>
              </a:rPr>
              <a:t>Future Scope &amp; Scalability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FA8784-4D57-F69A-A2D2-0494FB5FC939}"/>
              </a:ext>
            </a:extLst>
          </p:cNvPr>
          <p:cNvSpPr/>
          <p:nvPr/>
        </p:nvSpPr>
        <p:spPr>
          <a:xfrm>
            <a:off x="1162050" y="3296523"/>
            <a:ext cx="8060531" cy="45901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970131-C8FD-41D9-7B96-C32EAA94F4F0}"/>
              </a:ext>
            </a:extLst>
          </p:cNvPr>
          <p:cNvSpPr txBox="1"/>
          <p:nvPr/>
        </p:nvSpPr>
        <p:spPr>
          <a:xfrm>
            <a:off x="2088889" y="3672125"/>
            <a:ext cx="495061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 dirty="0">
                <a:solidFill>
                  <a:srgbClr val="1E293B"/>
                </a:solidFill>
                <a:latin typeface="Poppins"/>
              </a:rPr>
              <a:t>Conclusion</a:t>
            </a:r>
          </a:p>
        </p:txBody>
      </p:sp>
      <p:pic>
        <p:nvPicPr>
          <p:cNvPr id="91" name="Picture 90" descr="image.png">
            <a:extLst>
              <a:ext uri="{FF2B5EF4-FFF2-40B4-BE49-F238E27FC236}">
                <a16:creationId xmlns:a16="http://schemas.microsoft.com/office/drawing/2014/main" id="{E4559DDC-B6F4-F1DC-F6B7-D3781B9E8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623" y="3556072"/>
            <a:ext cx="484571" cy="48457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8DCC1E6B-2BCA-3140-95EB-2C4226AC3D5B}"/>
              </a:ext>
            </a:extLst>
          </p:cNvPr>
          <p:cNvSpPr txBox="1"/>
          <p:nvPr/>
        </p:nvSpPr>
        <p:spPr>
          <a:xfrm>
            <a:off x="1295400" y="4084540"/>
            <a:ext cx="7410451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Financial Recovery:</a:t>
            </a: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334155"/>
                </a:solidFill>
                <a:latin typeface="Inter"/>
              </a:rPr>
              <a:t>Provides a robust, automated defense mechanism against India's massive ₹30,000–₹50,000 Crore annual commercial power losses.</a:t>
            </a:r>
          </a:p>
          <a:p>
            <a:pPr algn="l"/>
            <a:endParaRPr lang="en-US" sz="2600" b="0" i="0" u="none" dirty="0">
              <a:solidFill>
                <a:srgbClr val="334155"/>
              </a:solidFill>
              <a:latin typeface="Inter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Operational Efficiency:</a:t>
            </a: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334155"/>
                </a:solidFill>
                <a:latin typeface="Inter"/>
              </a:rPr>
              <a:t>Eliminates manual inspection delays by combining real-time IoT metrics with edge-computed anomaly triggers.</a:t>
            </a:r>
          </a:p>
          <a:p>
            <a:endParaRPr lang="en-IN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7D88F4D-0F66-69B5-6757-C2EC96341A8B}"/>
              </a:ext>
            </a:extLst>
          </p:cNvPr>
          <p:cNvSpPr txBox="1"/>
          <p:nvPr/>
        </p:nvSpPr>
        <p:spPr>
          <a:xfrm>
            <a:off x="9982200" y="4084540"/>
            <a:ext cx="76962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Smart Grid Integration:</a:t>
            </a: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334155"/>
                </a:solidFill>
                <a:latin typeface="Inter"/>
              </a:rPr>
              <a:t>Seamless scaling with national smart metering infrastructure and centralized SCADA dispatch systems.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i="0" u="none" dirty="0">
                <a:solidFill>
                  <a:srgbClr val="FF0000"/>
                </a:solidFill>
                <a:latin typeface="Inter"/>
              </a:rPr>
              <a:t>AI Predictive Maintenance:</a:t>
            </a:r>
            <a:r>
              <a:rPr lang="en-US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US" sz="2600" b="0" i="0" u="none" dirty="0">
                <a:solidFill>
                  <a:srgbClr val="334155"/>
                </a:solidFill>
                <a:latin typeface="Inter"/>
              </a:rPr>
              <a:t>Expanding local micro-ML models to predict transformer overloads before physical failure occurs.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i="0" u="none" dirty="0">
                <a:solidFill>
                  <a:srgbClr val="FF0000"/>
                </a:solidFill>
                <a:latin typeface="Inter"/>
              </a:rPr>
              <a:t>Renewable Energy Extension:</a:t>
            </a:r>
            <a:r>
              <a:rPr lang="en-IN" sz="2600" b="0" i="0" u="none" dirty="0">
                <a:solidFill>
                  <a:srgbClr val="FF0000"/>
                </a:solidFill>
                <a:latin typeface="Inter"/>
              </a:rPr>
              <a:t> </a:t>
            </a:r>
            <a:r>
              <a:rPr lang="en-IN" sz="2600" b="0" i="0" u="none" dirty="0">
                <a:solidFill>
                  <a:srgbClr val="334155"/>
                </a:solidFill>
                <a:latin typeface="Inter"/>
              </a:rPr>
              <a:t>Adapting differential energy auditing algorithms to track rooftop solar feed-ins and micro-grid theft patterns.</a:t>
            </a:r>
          </a:p>
          <a:p>
            <a:pPr algn="l"/>
            <a:endParaRPr lang="en-US" sz="2600" b="0" i="0" u="none" dirty="0">
              <a:solidFill>
                <a:srgbClr val="334155"/>
              </a:solidFill>
              <a:latin typeface="Inter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06400" y="3031918"/>
            <a:ext cx="5181993" cy="5083382"/>
            <a:chOff x="12538468" y="1873118"/>
            <a:chExt cx="5749925" cy="56178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38468" y="1873118"/>
              <a:ext cx="3990974" cy="43910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5782" y="4448752"/>
              <a:ext cx="3022217" cy="304187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3232313" y="178777"/>
            <a:ext cx="5055870" cy="1602740"/>
          </a:xfrm>
          <a:custGeom>
            <a:avLst/>
            <a:gdLst/>
            <a:ahLst/>
            <a:cxnLst/>
            <a:rect l="l" t="t" r="r" b="b"/>
            <a:pathLst>
              <a:path w="5055869" h="1602739">
                <a:moveTo>
                  <a:pt x="2536922" y="484691"/>
                </a:moveTo>
                <a:lnTo>
                  <a:pt x="2684033" y="484691"/>
                </a:lnTo>
                <a:lnTo>
                  <a:pt x="2673887" y="507609"/>
                </a:lnTo>
                <a:lnTo>
                  <a:pt x="2657122" y="525849"/>
                </a:lnTo>
                <a:lnTo>
                  <a:pt x="2635247" y="537902"/>
                </a:lnTo>
                <a:lnTo>
                  <a:pt x="2609775" y="542255"/>
                </a:lnTo>
                <a:lnTo>
                  <a:pt x="2579973" y="536199"/>
                </a:lnTo>
                <a:lnTo>
                  <a:pt x="2555569" y="519709"/>
                </a:lnTo>
                <a:lnTo>
                  <a:pt x="2539079" y="495304"/>
                </a:lnTo>
                <a:lnTo>
                  <a:pt x="2537000" y="485074"/>
                </a:lnTo>
                <a:lnTo>
                  <a:pt x="2536922" y="484691"/>
                </a:lnTo>
                <a:close/>
              </a:path>
              <a:path w="5055869" h="1602739">
                <a:moveTo>
                  <a:pt x="5055687" y="73294"/>
                </a:moveTo>
                <a:lnTo>
                  <a:pt x="5055687" y="127597"/>
                </a:lnTo>
                <a:lnTo>
                  <a:pt x="4703198" y="480086"/>
                </a:lnTo>
                <a:lnTo>
                  <a:pt x="4702238" y="480853"/>
                </a:lnTo>
                <a:lnTo>
                  <a:pt x="4701087" y="481621"/>
                </a:lnTo>
                <a:lnTo>
                  <a:pt x="4696866" y="484307"/>
                </a:lnTo>
                <a:lnTo>
                  <a:pt x="4692453" y="485074"/>
                </a:lnTo>
                <a:lnTo>
                  <a:pt x="4688423" y="484691"/>
                </a:lnTo>
                <a:lnTo>
                  <a:pt x="2536922" y="484691"/>
                </a:lnTo>
                <a:lnTo>
                  <a:pt x="2533023" y="465503"/>
                </a:lnTo>
                <a:lnTo>
                  <a:pt x="2536922" y="446315"/>
                </a:lnTo>
                <a:lnTo>
                  <a:pt x="4682667" y="446315"/>
                </a:lnTo>
                <a:lnTo>
                  <a:pt x="5055687" y="73294"/>
                </a:lnTo>
                <a:close/>
              </a:path>
              <a:path w="5055869" h="1602739">
                <a:moveTo>
                  <a:pt x="2609775" y="388750"/>
                </a:moveTo>
                <a:lnTo>
                  <a:pt x="2635139" y="393104"/>
                </a:lnTo>
                <a:lnTo>
                  <a:pt x="2656978" y="405156"/>
                </a:lnTo>
                <a:lnTo>
                  <a:pt x="2673779" y="423397"/>
                </a:lnTo>
                <a:lnTo>
                  <a:pt x="2684033" y="446315"/>
                </a:lnTo>
                <a:lnTo>
                  <a:pt x="2536922" y="446315"/>
                </a:lnTo>
                <a:lnTo>
                  <a:pt x="2539079" y="435701"/>
                </a:lnTo>
                <a:lnTo>
                  <a:pt x="2555569" y="411296"/>
                </a:lnTo>
                <a:lnTo>
                  <a:pt x="2579973" y="394807"/>
                </a:lnTo>
                <a:lnTo>
                  <a:pt x="2609775" y="388750"/>
                </a:lnTo>
                <a:close/>
              </a:path>
              <a:path w="5055869" h="1602739">
                <a:moveTo>
                  <a:pt x="4513619" y="0"/>
                </a:moveTo>
                <a:lnTo>
                  <a:pt x="4557617" y="8919"/>
                </a:lnTo>
                <a:lnTo>
                  <a:pt x="4593610" y="33219"/>
                </a:lnTo>
                <a:lnTo>
                  <a:pt x="4617910" y="69211"/>
                </a:lnTo>
                <a:lnTo>
                  <a:pt x="4626829" y="113209"/>
                </a:lnTo>
                <a:lnTo>
                  <a:pt x="4617910" y="157207"/>
                </a:lnTo>
                <a:lnTo>
                  <a:pt x="4593610" y="193200"/>
                </a:lnTo>
                <a:lnTo>
                  <a:pt x="4557617" y="217500"/>
                </a:lnTo>
                <a:lnTo>
                  <a:pt x="4513619" y="226419"/>
                </a:lnTo>
                <a:lnTo>
                  <a:pt x="4473828" y="219203"/>
                </a:lnTo>
                <a:lnTo>
                  <a:pt x="4440225" y="199340"/>
                </a:lnTo>
                <a:lnTo>
                  <a:pt x="4415400" y="169511"/>
                </a:lnTo>
                <a:lnTo>
                  <a:pt x="4401945" y="132397"/>
                </a:lnTo>
                <a:lnTo>
                  <a:pt x="3899" y="132397"/>
                </a:lnTo>
                <a:lnTo>
                  <a:pt x="0" y="113209"/>
                </a:lnTo>
                <a:lnTo>
                  <a:pt x="3899" y="94021"/>
                </a:lnTo>
                <a:lnTo>
                  <a:pt x="4401944" y="94021"/>
                </a:lnTo>
                <a:lnTo>
                  <a:pt x="4415427" y="56826"/>
                </a:lnTo>
                <a:lnTo>
                  <a:pt x="4440297" y="27007"/>
                </a:lnTo>
                <a:lnTo>
                  <a:pt x="4473909" y="7189"/>
                </a:lnTo>
                <a:lnTo>
                  <a:pt x="4513619" y="0"/>
                </a:lnTo>
                <a:close/>
              </a:path>
              <a:path w="5055869" h="1602739">
                <a:moveTo>
                  <a:pt x="3899" y="132397"/>
                </a:moveTo>
                <a:lnTo>
                  <a:pt x="151010" y="132397"/>
                </a:lnTo>
                <a:lnTo>
                  <a:pt x="140864" y="155315"/>
                </a:lnTo>
                <a:lnTo>
                  <a:pt x="124098" y="173556"/>
                </a:lnTo>
                <a:lnTo>
                  <a:pt x="102224" y="185608"/>
                </a:lnTo>
                <a:lnTo>
                  <a:pt x="76752" y="189962"/>
                </a:lnTo>
                <a:lnTo>
                  <a:pt x="46950" y="183905"/>
                </a:lnTo>
                <a:lnTo>
                  <a:pt x="22545" y="167416"/>
                </a:lnTo>
                <a:lnTo>
                  <a:pt x="6056" y="143011"/>
                </a:lnTo>
                <a:lnTo>
                  <a:pt x="3899" y="132397"/>
                </a:lnTo>
                <a:close/>
              </a:path>
              <a:path w="5055869" h="1602739">
                <a:moveTo>
                  <a:pt x="76752" y="36457"/>
                </a:moveTo>
                <a:lnTo>
                  <a:pt x="102116" y="40810"/>
                </a:lnTo>
                <a:lnTo>
                  <a:pt x="123955" y="52863"/>
                </a:lnTo>
                <a:lnTo>
                  <a:pt x="140756" y="71103"/>
                </a:lnTo>
                <a:lnTo>
                  <a:pt x="151010" y="94021"/>
                </a:lnTo>
                <a:lnTo>
                  <a:pt x="3899" y="94021"/>
                </a:lnTo>
                <a:lnTo>
                  <a:pt x="6056" y="83408"/>
                </a:lnTo>
                <a:lnTo>
                  <a:pt x="22545" y="59003"/>
                </a:lnTo>
                <a:lnTo>
                  <a:pt x="46950" y="42513"/>
                </a:lnTo>
                <a:lnTo>
                  <a:pt x="76752" y="36457"/>
                </a:lnTo>
                <a:close/>
              </a:path>
              <a:path w="5055869" h="1602739">
                <a:moveTo>
                  <a:pt x="2699600" y="1508953"/>
                </a:moveTo>
                <a:lnTo>
                  <a:pt x="2922541" y="1508953"/>
                </a:lnTo>
                <a:lnTo>
                  <a:pt x="2915855" y="1532230"/>
                </a:lnTo>
                <a:lnTo>
                  <a:pt x="2904312" y="1553709"/>
                </a:lnTo>
                <a:lnTo>
                  <a:pt x="2888164" y="1572525"/>
                </a:lnTo>
                <a:lnTo>
                  <a:pt x="2867663" y="1587816"/>
                </a:lnTo>
                <a:lnTo>
                  <a:pt x="2824960" y="1602144"/>
                </a:lnTo>
                <a:lnTo>
                  <a:pt x="2781772" y="1599113"/>
                </a:lnTo>
                <a:lnTo>
                  <a:pt x="2742865" y="1580072"/>
                </a:lnTo>
                <a:lnTo>
                  <a:pt x="2713007" y="1546370"/>
                </a:lnTo>
                <a:lnTo>
                  <a:pt x="2699600" y="1508953"/>
                </a:lnTo>
                <a:close/>
              </a:path>
              <a:path w="5055869" h="1602739">
                <a:moveTo>
                  <a:pt x="4622224" y="1102740"/>
                </a:moveTo>
                <a:lnTo>
                  <a:pt x="5055687" y="1102740"/>
                </a:lnTo>
                <a:lnTo>
                  <a:pt x="5055687" y="1141117"/>
                </a:lnTo>
                <a:lnTo>
                  <a:pt x="4641220" y="1141117"/>
                </a:lnTo>
                <a:lnTo>
                  <a:pt x="4434372" y="1499359"/>
                </a:lnTo>
                <a:lnTo>
                  <a:pt x="4433797" y="1500702"/>
                </a:lnTo>
                <a:lnTo>
                  <a:pt x="4432837" y="1501854"/>
                </a:lnTo>
                <a:lnTo>
                  <a:pt x="4431878" y="1502813"/>
                </a:lnTo>
                <a:lnTo>
                  <a:pt x="4427273" y="1507610"/>
                </a:lnTo>
                <a:lnTo>
                  <a:pt x="4421708" y="1509529"/>
                </a:lnTo>
                <a:lnTo>
                  <a:pt x="4416335" y="1508953"/>
                </a:lnTo>
                <a:lnTo>
                  <a:pt x="2699600" y="1508953"/>
                </a:lnTo>
                <a:lnTo>
                  <a:pt x="2699353" y="1508263"/>
                </a:lnTo>
                <a:lnTo>
                  <a:pt x="2699756" y="1470385"/>
                </a:lnTo>
                <a:lnTo>
                  <a:pt x="4406742" y="1470385"/>
                </a:lnTo>
                <a:lnTo>
                  <a:pt x="4613589" y="1112334"/>
                </a:lnTo>
                <a:lnTo>
                  <a:pt x="4616660" y="1106770"/>
                </a:lnTo>
                <a:lnTo>
                  <a:pt x="4622224" y="1102740"/>
                </a:lnTo>
                <a:close/>
              </a:path>
              <a:path w="5055869" h="1602739">
                <a:moveTo>
                  <a:pt x="2810810" y="1376438"/>
                </a:moveTo>
                <a:lnTo>
                  <a:pt x="2848931" y="1382959"/>
                </a:lnTo>
                <a:lnTo>
                  <a:pt x="2882843" y="1402108"/>
                </a:lnTo>
                <a:lnTo>
                  <a:pt x="2909119" y="1432986"/>
                </a:lnTo>
                <a:lnTo>
                  <a:pt x="2922733" y="1470385"/>
                </a:lnTo>
                <a:lnTo>
                  <a:pt x="2699756" y="1470385"/>
                </a:lnTo>
                <a:lnTo>
                  <a:pt x="2699767" y="1469329"/>
                </a:lnTo>
                <a:lnTo>
                  <a:pt x="2713277" y="1432986"/>
                </a:lnTo>
                <a:lnTo>
                  <a:pt x="2738911" y="1402651"/>
                </a:lnTo>
                <a:lnTo>
                  <a:pt x="2727830" y="1383463"/>
                </a:lnTo>
                <a:lnTo>
                  <a:pt x="2771915" y="1383463"/>
                </a:lnTo>
                <a:lnTo>
                  <a:pt x="2810810" y="1376438"/>
                </a:lnTo>
                <a:close/>
              </a:path>
              <a:path w="5055869" h="1602739">
                <a:moveTo>
                  <a:pt x="1360629" y="836218"/>
                </a:moveTo>
                <a:lnTo>
                  <a:pt x="1385994" y="840571"/>
                </a:lnTo>
                <a:lnTo>
                  <a:pt x="1407832" y="852624"/>
                </a:lnTo>
                <a:lnTo>
                  <a:pt x="1424634" y="870864"/>
                </a:lnTo>
                <a:lnTo>
                  <a:pt x="1434887" y="893782"/>
                </a:lnTo>
                <a:lnTo>
                  <a:pt x="2484669" y="893782"/>
                </a:lnTo>
                <a:lnTo>
                  <a:pt x="2491193" y="896660"/>
                </a:lnTo>
                <a:lnTo>
                  <a:pt x="2494838" y="903376"/>
                </a:lnTo>
                <a:lnTo>
                  <a:pt x="2771915" y="1383463"/>
                </a:lnTo>
                <a:lnTo>
                  <a:pt x="2727830" y="1383463"/>
                </a:lnTo>
                <a:lnTo>
                  <a:pt x="2467208" y="932158"/>
                </a:lnTo>
                <a:lnTo>
                  <a:pt x="1287776" y="932158"/>
                </a:lnTo>
                <a:lnTo>
                  <a:pt x="1283877" y="912970"/>
                </a:lnTo>
                <a:lnTo>
                  <a:pt x="1289933" y="883169"/>
                </a:lnTo>
                <a:lnTo>
                  <a:pt x="1306423" y="858764"/>
                </a:lnTo>
                <a:lnTo>
                  <a:pt x="1330828" y="842274"/>
                </a:lnTo>
                <a:lnTo>
                  <a:pt x="1360629" y="836218"/>
                </a:lnTo>
                <a:close/>
              </a:path>
              <a:path w="5055869" h="1602739">
                <a:moveTo>
                  <a:pt x="1287776" y="932158"/>
                </a:moveTo>
                <a:lnTo>
                  <a:pt x="1434887" y="932158"/>
                </a:lnTo>
                <a:lnTo>
                  <a:pt x="1424741" y="955076"/>
                </a:lnTo>
                <a:lnTo>
                  <a:pt x="1407976" y="973317"/>
                </a:lnTo>
                <a:lnTo>
                  <a:pt x="1386101" y="985369"/>
                </a:lnTo>
                <a:lnTo>
                  <a:pt x="1360629" y="989723"/>
                </a:lnTo>
                <a:lnTo>
                  <a:pt x="1330828" y="983667"/>
                </a:lnTo>
                <a:lnTo>
                  <a:pt x="1306423" y="967177"/>
                </a:lnTo>
                <a:lnTo>
                  <a:pt x="1289933" y="942772"/>
                </a:lnTo>
                <a:lnTo>
                  <a:pt x="1287776" y="932158"/>
                </a:lnTo>
                <a:close/>
              </a:path>
              <a:path w="5055869" h="1602739">
                <a:moveTo>
                  <a:pt x="3829947" y="654698"/>
                </a:moveTo>
                <a:lnTo>
                  <a:pt x="3869654" y="661887"/>
                </a:lnTo>
                <a:lnTo>
                  <a:pt x="3903245" y="681705"/>
                </a:lnTo>
                <a:lnTo>
                  <a:pt x="3928058" y="711525"/>
                </a:lnTo>
                <a:lnTo>
                  <a:pt x="3941430" y="748720"/>
                </a:lnTo>
                <a:lnTo>
                  <a:pt x="5055687" y="748720"/>
                </a:lnTo>
                <a:lnTo>
                  <a:pt x="5055687" y="787096"/>
                </a:lnTo>
                <a:lnTo>
                  <a:pt x="3941622" y="787096"/>
                </a:lnTo>
                <a:lnTo>
                  <a:pt x="3928139" y="824291"/>
                </a:lnTo>
                <a:lnTo>
                  <a:pt x="3903269" y="854110"/>
                </a:lnTo>
                <a:lnTo>
                  <a:pt x="3869657" y="873928"/>
                </a:lnTo>
                <a:lnTo>
                  <a:pt x="3829947" y="881117"/>
                </a:lnTo>
                <a:lnTo>
                  <a:pt x="3785949" y="872198"/>
                </a:lnTo>
                <a:lnTo>
                  <a:pt x="3749956" y="847898"/>
                </a:lnTo>
                <a:lnTo>
                  <a:pt x="3725656" y="811905"/>
                </a:lnTo>
                <a:lnTo>
                  <a:pt x="3716737" y="767908"/>
                </a:lnTo>
                <a:lnTo>
                  <a:pt x="3725656" y="723910"/>
                </a:lnTo>
                <a:lnTo>
                  <a:pt x="3749956" y="687917"/>
                </a:lnTo>
                <a:lnTo>
                  <a:pt x="3785949" y="663617"/>
                </a:lnTo>
                <a:lnTo>
                  <a:pt x="3829947" y="654698"/>
                </a:lnTo>
                <a:close/>
              </a:path>
            </a:pathLst>
          </a:custGeom>
          <a:solidFill>
            <a:srgbClr val="F16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777649" y="7255082"/>
            <a:ext cx="10510520" cy="3032125"/>
            <a:chOff x="7777649" y="7255082"/>
            <a:chExt cx="10510520" cy="30321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7649" y="8732446"/>
              <a:ext cx="7500580" cy="15545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18525" y="7255082"/>
              <a:ext cx="7269474" cy="3031917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121954" y="3939139"/>
            <a:ext cx="731139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i="1" spc="-910" dirty="0">
                <a:solidFill>
                  <a:srgbClr val="000000"/>
                </a:solidFill>
                <a:latin typeface="Arial Black"/>
                <a:cs typeface="Arial Black"/>
              </a:rPr>
              <a:t>THAN</a:t>
            </a:r>
            <a:r>
              <a:rPr sz="9200" i="1" spc="-600" dirty="0">
                <a:solidFill>
                  <a:srgbClr val="000000"/>
                </a:solidFill>
                <a:latin typeface="Arial Black"/>
                <a:cs typeface="Arial Black"/>
              </a:rPr>
              <a:t>K</a:t>
            </a:r>
            <a:r>
              <a:rPr sz="9200" i="1" spc="-1335" dirty="0">
                <a:solidFill>
                  <a:srgbClr val="FF6200"/>
                </a:solidFill>
                <a:latin typeface="Arial Black"/>
                <a:cs typeface="Arial Black"/>
              </a:rPr>
              <a:t>Y</a:t>
            </a:r>
            <a:r>
              <a:rPr sz="9200" i="1" spc="-910" dirty="0">
                <a:solidFill>
                  <a:srgbClr val="FF6200"/>
                </a:solidFill>
                <a:latin typeface="Arial Black"/>
                <a:cs typeface="Arial Black"/>
              </a:rPr>
              <a:t>O</a:t>
            </a:r>
            <a:r>
              <a:rPr sz="9200" i="1" spc="-900" dirty="0">
                <a:solidFill>
                  <a:srgbClr val="FF6200"/>
                </a:solidFill>
                <a:latin typeface="Arial Black"/>
                <a:cs typeface="Arial Black"/>
              </a:rPr>
              <a:t>U</a:t>
            </a:r>
            <a:r>
              <a:rPr sz="9200" i="1" spc="-840" dirty="0">
                <a:solidFill>
                  <a:srgbClr val="FF6200"/>
                </a:solidFill>
                <a:latin typeface="Arial Black"/>
                <a:cs typeface="Arial Black"/>
              </a:rPr>
              <a:t> </a:t>
            </a:r>
            <a:r>
              <a:rPr sz="9200" i="1" spc="-50" dirty="0">
                <a:solidFill>
                  <a:srgbClr val="FF6200"/>
                </a:solidFill>
                <a:latin typeface="Arial Black"/>
                <a:cs typeface="Arial Black"/>
              </a:rPr>
              <a:t>!</a:t>
            </a:r>
            <a:endParaRPr sz="9200" i="1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520</Words>
  <Application>Microsoft Office PowerPoint</Application>
  <PresentationFormat>Custom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 Black</vt:lpstr>
      <vt:lpstr>Calibri</vt:lpstr>
      <vt:lpstr>Georgia</vt:lpstr>
      <vt:lpstr>Inter</vt:lpstr>
      <vt:lpstr>Plus Jakarta Sans</vt:lpstr>
      <vt:lpstr>Poppins</vt:lpstr>
      <vt:lpstr>Wingdings</vt:lpstr>
      <vt:lpstr>Office Theme</vt:lpstr>
      <vt:lpstr>PowerPoint Presentation</vt:lpstr>
      <vt:lpstr>TEAM DETAILS AND PROBLEM STATEMENT </vt:lpstr>
      <vt:lpstr>SOLUTION</vt:lpstr>
      <vt:lpstr>TECHNICAL APPROCH AND COMPONENT USED</vt:lpstr>
      <vt:lpstr> INNOVATION AND FEASIBILITY</vt:lpstr>
      <vt:lpstr>CONCLUSION </vt:lpstr>
      <vt:lpstr>THANKYOU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</dc:title>
  <dc:creator>PIYUSH EGHE</dc:creator>
  <cp:keywords>DAHRZok94j8,BAGzQTwdhHw</cp:keywords>
  <cp:lastModifiedBy>Harsh katara</cp:lastModifiedBy>
  <cp:revision>8</cp:revision>
  <dcterms:created xsi:type="dcterms:W3CDTF">2026-08-05T09:25:38Z</dcterms:created>
  <dcterms:modified xsi:type="dcterms:W3CDTF">2026-09-06T15:04:50Z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2026-08-05T00:00:00Z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